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E2E2"/>
    <a:srgbClr val="F84828"/>
    <a:srgbClr val="E9DFC5"/>
    <a:srgbClr val="EDE0C1"/>
    <a:srgbClr val="EFE5C4"/>
    <a:srgbClr val="FFF6DC"/>
    <a:srgbClr val="F2DE9D"/>
    <a:srgbClr val="DC4123"/>
    <a:srgbClr val="F49D36"/>
    <a:srgbClr val="5EB8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62" autoAdjust="0"/>
    <p:restoredTop sz="94660"/>
  </p:normalViewPr>
  <p:slideViewPr>
    <p:cSldViewPr snapToGrid="0">
      <p:cViewPr varScale="1">
        <p:scale>
          <a:sx n="68" d="100"/>
          <a:sy n="68" d="100"/>
        </p:scale>
        <p:origin x="38" y="2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E071D8-2232-8BBA-CB8A-7B0156D1B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B75627-3E56-C4BA-7AE9-8B0DC9318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843998-3AE8-20A7-29F2-4A0AF36EB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20D01-5F67-1E3E-B613-74ED54AF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8C72DB-7911-4462-34E5-9BAB9ED2B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503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099C24-C0C6-96B0-3117-54B0C289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FF1609-42A8-BE20-6476-9D1856047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5A65EA-B7DA-6740-ABE1-619B96234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157D73-8D2B-B3E9-F4AD-E4ACA46C1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2F42D-35C7-FA16-91E9-1DAFF43F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42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6D1236-1E96-8F20-E8A7-39DF897E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423B46-CE5E-CFCC-4755-1AF2439F20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9B4D4-C47B-03F8-90AF-D3E9177A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FD699-AC3B-64FD-E401-5C79D2061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A82468-360F-24D7-5F80-96E3810EC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197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18F50B-F659-5CF8-A12A-FAEC856E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927307-A75D-8630-6230-2D1EF6D8B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911034-7637-0CBD-8D02-859BB796A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C8A2C3-922F-CAC1-13D1-ACDC37FF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FED5CA-CF3F-DB0D-4C52-F9937914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2D8A4E-484D-AECB-D0A0-DE5960CC6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768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2ACF0-6678-694B-4DD0-691568C33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485A0F-990D-1000-F10B-57F61D393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EF4E5C-A220-2CE9-52C8-C5F719A23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D8FC667-133E-C2F5-8728-3EF52F6D1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8F80106-3270-2D78-8400-E49A4F877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18037BA-6C62-81BD-3449-60D42313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C24558-18E2-274C-C607-F4943BC1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2C4229-39D9-F3BB-143B-87170DC6A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579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F7D1D9-72E8-83EA-FCCA-8D3CB186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0FEBB0-AFEF-50DC-8010-A4DCC5F7E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DAF64FF-25BC-D98B-835D-88A1AB965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B7F6F5-A7DE-05D1-1DA1-DADB45358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771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5FB4ADE-A79E-EF43-AFB4-F66D5A915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A206409-0595-B05A-C0D3-0B4F30DE5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A10B5B-648F-9D3F-63EF-BFC7F458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0248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CA669-36F3-67D0-D3E6-777D96BA2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581156-813B-9206-F8D8-8D7D43FB1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B23302-BE3D-1E34-5C87-BB8339F7AE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09824AF-ACBB-DB70-5FFD-4B8371D4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B3632E-A052-C8C7-3733-526273E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E9623A3-F80D-6DEF-F8D5-3C0AC6C9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134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E059BC-D896-9B7D-D61F-40E9D046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E23C7C-30B6-8C16-DC7F-212378CC9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A29EF20-8B51-8FDD-D164-6A877C929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46C76A-BD37-30EE-CD66-3A352A6D9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57E3D2-9D3C-D4BD-8220-207DEFE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B0E8CF-63CB-9DB2-CCD6-38A427193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5876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F45C53-41AC-F24B-FC9C-647DA3B2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C4F1D-50DC-FA7A-9A6B-0B9E67A4CC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CA0650-C0CB-5510-E939-864460643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A6D73A-9B2F-A4A3-7BFC-7987528D1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E4027C-C53B-17E4-DE4F-A5FDDB5B2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482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687A3F0-8A1F-443E-58C6-7C939A925D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8F3CB1-DD24-8C53-4105-45EB48884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EABFE-B544-A21F-AEF8-495E4CD5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825B2C-DBB5-A83F-FEC3-FE63D5E13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475CD1-0893-BF5E-9B29-0E17240C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2825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D51FC0A-FE4C-C189-54B4-C4374121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3B9815-2E8D-D110-D03C-68875B2C64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2A755-DF67-7D91-AF4E-EFD8A6215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7C0022-D722-4CC5-A0B1-D94CF606F81D}" type="datetimeFigureOut">
              <a:rPr lang="zh-CN" altLang="en-US" smtClean="0"/>
              <a:t>2026/6/5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1C3FC0-5F5A-AF85-3A23-28FEB1E79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A4D292-F541-6526-E43C-DA82875892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轨道">
            <a:extLst>
              <a:ext uri="{FF2B5EF4-FFF2-40B4-BE49-F238E27FC236}">
                <a16:creationId xmlns:a16="http://schemas.microsoft.com/office/drawing/2014/main" id="{8669B073-4E8D-FDC8-E813-9D983FF4FE22}"/>
              </a:ext>
            </a:extLst>
          </p:cNvPr>
          <p:cNvGrpSpPr/>
          <p:nvPr/>
        </p:nvGrpSpPr>
        <p:grpSpPr>
          <a:xfrm>
            <a:off x="3142210" y="1280872"/>
            <a:ext cx="9049790" cy="1579418"/>
            <a:chOff x="3142210" y="1280872"/>
            <a:chExt cx="9049790" cy="1579418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0FDC240E-A824-431E-6BB8-4E3873B43E34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3C6DE061-5F14-9240-2B07-9F8873DE479F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E430157-F3C2-B15F-EA1E-9E2E39E80E55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" name="玩家框">
            <a:extLst>
              <a:ext uri="{FF2B5EF4-FFF2-40B4-BE49-F238E27FC236}">
                <a16:creationId xmlns:a16="http://schemas.microsoft.com/office/drawing/2014/main" id="{159976C2-1BCA-545E-03F1-0B821E34158F}"/>
              </a:ext>
            </a:extLst>
          </p:cNvPr>
          <p:cNvSpPr/>
          <p:nvPr/>
        </p:nvSpPr>
        <p:spPr>
          <a:xfrm>
            <a:off x="0" y="1280872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9" name="判定圈">
            <a:extLst>
              <a:ext uri="{FF2B5EF4-FFF2-40B4-BE49-F238E27FC236}">
                <a16:creationId xmlns:a16="http://schemas.microsoft.com/office/drawing/2014/main" id="{229006C4-F9FA-53E1-661B-F2F6F4C2EE96}"/>
              </a:ext>
            </a:extLst>
          </p:cNvPr>
          <p:cNvGrpSpPr/>
          <p:nvPr/>
        </p:nvGrpSpPr>
        <p:grpSpPr>
          <a:xfrm>
            <a:off x="3420383" y="1434952"/>
            <a:ext cx="972000" cy="972000"/>
            <a:chOff x="3438072" y="1442356"/>
            <a:chExt cx="972000" cy="972000"/>
          </a:xfrm>
        </p:grpSpPr>
        <p:sp>
          <p:nvSpPr>
            <p:cNvPr id="30" name="判定圈">
              <a:extLst>
                <a:ext uri="{FF2B5EF4-FFF2-40B4-BE49-F238E27FC236}">
                  <a16:creationId xmlns:a16="http://schemas.microsoft.com/office/drawing/2014/main" id="{5ABE11A4-1022-3705-8982-CB1F4630BA2C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判定圈">
              <a:extLst>
                <a:ext uri="{FF2B5EF4-FFF2-40B4-BE49-F238E27FC236}">
                  <a16:creationId xmlns:a16="http://schemas.microsoft.com/office/drawing/2014/main" id="{EE96BF1C-67DC-7FB4-ED22-89E52895FB2E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判定圈">
              <a:extLst>
                <a:ext uri="{FF2B5EF4-FFF2-40B4-BE49-F238E27FC236}">
                  <a16:creationId xmlns:a16="http://schemas.microsoft.com/office/drawing/2014/main" id="{D035B21D-39C4-4ED1-9611-B229FFE1345B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判定信息">
            <a:extLst>
              <a:ext uri="{FF2B5EF4-FFF2-40B4-BE49-F238E27FC236}">
                <a16:creationId xmlns:a16="http://schemas.microsoft.com/office/drawing/2014/main" id="{888E95E1-BE84-35BC-0045-CD449B3855ED}"/>
              </a:ext>
            </a:extLst>
          </p:cNvPr>
          <p:cNvGrpSpPr/>
          <p:nvPr/>
        </p:nvGrpSpPr>
        <p:grpSpPr>
          <a:xfrm>
            <a:off x="45041" y="3429000"/>
            <a:ext cx="3052128" cy="2623458"/>
            <a:chOff x="2480717" y="1767113"/>
            <a:chExt cx="3052128" cy="26234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91EEC73-5CBA-42B2-EB95-AD489EC55759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E72ABA67-048F-4B9E-7C03-5686A2D6DFBE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8C2E725F-0CF9-D645-27C4-C1CBF87F5684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9019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B2B43-14A4-310F-74E3-8D0697CF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5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轨道">
            <a:extLst>
              <a:ext uri="{FF2B5EF4-FFF2-40B4-BE49-F238E27FC236}">
                <a16:creationId xmlns:a16="http://schemas.microsoft.com/office/drawing/2014/main" id="{21331C4F-C6AC-E8FB-B44F-03A4B88DEBAD}"/>
              </a:ext>
            </a:extLst>
          </p:cNvPr>
          <p:cNvGrpSpPr/>
          <p:nvPr/>
        </p:nvGrpSpPr>
        <p:grpSpPr>
          <a:xfrm>
            <a:off x="566057" y="2195510"/>
            <a:ext cx="9049790" cy="1579418"/>
            <a:chOff x="3142210" y="1280872"/>
            <a:chExt cx="9049790" cy="157941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5CFB49-24BA-875B-AB96-9221A2C86FB6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C9559AC-FA95-DCDE-7154-DB9022129A1D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3220323C-6B46-F187-4216-E7A87296227C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0" name="玩家框">
            <a:extLst>
              <a:ext uri="{FF2B5EF4-FFF2-40B4-BE49-F238E27FC236}">
                <a16:creationId xmlns:a16="http://schemas.microsoft.com/office/drawing/2014/main" id="{BF9FD90E-6FE4-9845-3562-225A83FBB573}"/>
              </a:ext>
            </a:extLst>
          </p:cNvPr>
          <p:cNvSpPr/>
          <p:nvPr/>
        </p:nvSpPr>
        <p:spPr>
          <a:xfrm>
            <a:off x="566057" y="341534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1" name="判定信息">
            <a:extLst>
              <a:ext uri="{FF2B5EF4-FFF2-40B4-BE49-F238E27FC236}">
                <a16:creationId xmlns:a16="http://schemas.microsoft.com/office/drawing/2014/main" id="{4B5F13F0-D579-6034-039A-506BAC340936}"/>
              </a:ext>
            </a:extLst>
          </p:cNvPr>
          <p:cNvGrpSpPr/>
          <p:nvPr/>
        </p:nvGrpSpPr>
        <p:grpSpPr>
          <a:xfrm>
            <a:off x="566057" y="4049486"/>
            <a:ext cx="3052128" cy="2623458"/>
            <a:chOff x="2480717" y="1767113"/>
            <a:chExt cx="3052128" cy="2623458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7CB921E-81BD-060D-1DA2-D6A0CD84391C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1E6AB1D5-877A-80B0-5E2D-53A9F9DA774F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25B8C809-D42C-B46B-BB0E-BE45E8561038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2" name="挡位条">
            <a:extLst>
              <a:ext uri="{FF2B5EF4-FFF2-40B4-BE49-F238E27FC236}">
                <a16:creationId xmlns:a16="http://schemas.microsoft.com/office/drawing/2014/main" id="{6752D236-987F-A0F7-92ED-6F4D4FBA1597}"/>
              </a:ext>
            </a:extLst>
          </p:cNvPr>
          <p:cNvGrpSpPr/>
          <p:nvPr/>
        </p:nvGrpSpPr>
        <p:grpSpPr>
          <a:xfrm>
            <a:off x="4567642" y="861241"/>
            <a:ext cx="6558058" cy="540003"/>
            <a:chOff x="2815754" y="3158996"/>
            <a:chExt cx="6558058" cy="540003"/>
          </a:xfrm>
        </p:grpSpPr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18F0DEF-7D3D-C039-6C4F-106DA91FFB3B}"/>
                </a:ext>
              </a:extLst>
            </p:cNvPr>
            <p:cNvGrpSpPr/>
            <p:nvPr/>
          </p:nvGrpSpPr>
          <p:grpSpPr>
            <a:xfrm>
              <a:off x="2815754" y="3158996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4138CFC-915E-F50C-E622-5409D1D7D523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26" name="矩形 125">
                  <a:extLst>
                    <a:ext uri="{FF2B5EF4-FFF2-40B4-BE49-F238E27FC236}">
                      <a16:creationId xmlns:a16="http://schemas.microsoft.com/office/drawing/2014/main" id="{1B428223-FE49-1246-E68C-5E73BA2449CA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3516291B-2910-EBB9-3A38-E2764ED14D7B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40" name="椭圆 139">
                    <a:extLst>
                      <a:ext uri="{FF2B5EF4-FFF2-40B4-BE49-F238E27FC236}">
                        <a16:creationId xmlns:a16="http://schemas.microsoft.com/office/drawing/2014/main" id="{3A3F6CC1-337C-7CBE-D93B-CA5A77A26B9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41" name="椭圆 140">
                    <a:extLst>
                      <a:ext uri="{FF2B5EF4-FFF2-40B4-BE49-F238E27FC236}">
                        <a16:creationId xmlns:a16="http://schemas.microsoft.com/office/drawing/2014/main" id="{A83AA699-0C61-F8C2-219A-4F0C9301F2F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44C6D30B-18CB-7743-07B3-D9AAEC14AB7E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E66766FA-8DB1-6B51-04B2-14F65F75F19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9" name="椭圆 138">
                    <a:extLst>
                      <a:ext uri="{FF2B5EF4-FFF2-40B4-BE49-F238E27FC236}">
                        <a16:creationId xmlns:a16="http://schemas.microsoft.com/office/drawing/2014/main" id="{9DC1EA4B-1194-9388-0FE0-DE8FF5850AB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1E6D6F1D-507A-4657-91BD-37082666E01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6" name="椭圆 135">
                    <a:extLst>
                      <a:ext uri="{FF2B5EF4-FFF2-40B4-BE49-F238E27FC236}">
                        <a16:creationId xmlns:a16="http://schemas.microsoft.com/office/drawing/2014/main" id="{CB1A35F2-531B-BD64-B7EC-B0C214853A4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3A3988FB-7B63-D5FB-9B04-C288DC46058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0" name="组合 129">
                  <a:extLst>
                    <a:ext uri="{FF2B5EF4-FFF2-40B4-BE49-F238E27FC236}">
                      <a16:creationId xmlns:a16="http://schemas.microsoft.com/office/drawing/2014/main" id="{7D6AC3D3-6F28-E195-D27E-6835EF98D6C3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4" name="椭圆 133">
                    <a:extLst>
                      <a:ext uri="{FF2B5EF4-FFF2-40B4-BE49-F238E27FC236}">
                        <a16:creationId xmlns:a16="http://schemas.microsoft.com/office/drawing/2014/main" id="{C6B65F9C-188B-B267-450B-00194F6B837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" name="椭圆 134">
                    <a:extLst>
                      <a:ext uri="{FF2B5EF4-FFF2-40B4-BE49-F238E27FC236}">
                        <a16:creationId xmlns:a16="http://schemas.microsoft.com/office/drawing/2014/main" id="{59C801D3-FA5B-7029-25F1-614CFDCC92DD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1" name="组合 130">
                  <a:extLst>
                    <a:ext uri="{FF2B5EF4-FFF2-40B4-BE49-F238E27FC236}">
                      <a16:creationId xmlns:a16="http://schemas.microsoft.com/office/drawing/2014/main" id="{91CA461A-187A-831E-C444-003A75E686FE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2" name="椭圆 131">
                    <a:extLst>
                      <a:ext uri="{FF2B5EF4-FFF2-40B4-BE49-F238E27FC236}">
                        <a16:creationId xmlns:a16="http://schemas.microsoft.com/office/drawing/2014/main" id="{B37179B2-C5F0-FC5A-8DA6-29F5F97CC85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" name="椭圆 132">
                    <a:extLst>
                      <a:ext uri="{FF2B5EF4-FFF2-40B4-BE49-F238E27FC236}">
                        <a16:creationId xmlns:a16="http://schemas.microsoft.com/office/drawing/2014/main" id="{8C1AC0DE-2AA4-D1A7-4B1B-C4F0BE5B6A4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45A2A095-3AE8-7964-4A41-98A43A75A594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4B9CBC7D-D409-1651-890B-52F4056F29C0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390130D9-7757-F668-2740-E357E8F4DC24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4" name="椭圆 123">
                    <a:extLst>
                      <a:ext uri="{FF2B5EF4-FFF2-40B4-BE49-F238E27FC236}">
                        <a16:creationId xmlns:a16="http://schemas.microsoft.com/office/drawing/2014/main" id="{EA91B03C-25B8-B537-BF81-D149711B936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椭圆 124">
                    <a:extLst>
                      <a:ext uri="{FF2B5EF4-FFF2-40B4-BE49-F238E27FC236}">
                        <a16:creationId xmlns:a16="http://schemas.microsoft.com/office/drawing/2014/main" id="{4F724EF6-1DEA-C11D-6E0F-1C6947926E84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BDAF257B-9D36-E45C-AE72-363AAA31703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2" name="椭圆 121">
                    <a:extLst>
                      <a:ext uri="{FF2B5EF4-FFF2-40B4-BE49-F238E27FC236}">
                        <a16:creationId xmlns:a16="http://schemas.microsoft.com/office/drawing/2014/main" id="{FFDC4171-9E93-A8BA-93C5-03D854AA2F2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>
                    <a:extLst>
                      <a:ext uri="{FF2B5EF4-FFF2-40B4-BE49-F238E27FC236}">
                        <a16:creationId xmlns:a16="http://schemas.microsoft.com/office/drawing/2014/main" id="{74C13E07-344A-274A-8023-8CC8FAE4BF9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07E6D963-28F5-62C3-5AE7-E5D3411DB20D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0" name="椭圆 119">
                    <a:extLst>
                      <a:ext uri="{FF2B5EF4-FFF2-40B4-BE49-F238E27FC236}">
                        <a16:creationId xmlns:a16="http://schemas.microsoft.com/office/drawing/2014/main" id="{26B529AA-3DCF-E20F-DB41-BA69990703F8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>
                    <a:extLst>
                      <a:ext uri="{FF2B5EF4-FFF2-40B4-BE49-F238E27FC236}">
                        <a16:creationId xmlns:a16="http://schemas.microsoft.com/office/drawing/2014/main" id="{F0C4D801-4DC2-1821-88C1-88B8406EFE2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7F910299-00E2-5AA1-AC1D-BB7684890D0E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8" name="椭圆 117">
                    <a:extLst>
                      <a:ext uri="{FF2B5EF4-FFF2-40B4-BE49-F238E27FC236}">
                        <a16:creationId xmlns:a16="http://schemas.microsoft.com/office/drawing/2014/main" id="{80594165-0943-7757-585D-28C8BB069D4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>
                    <a:extLst>
                      <a:ext uri="{FF2B5EF4-FFF2-40B4-BE49-F238E27FC236}">
                        <a16:creationId xmlns:a16="http://schemas.microsoft.com/office/drawing/2014/main" id="{9B9B9641-60E9-9F86-6BBA-0B6ACDBFA39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5" name="组合 114">
                  <a:extLst>
                    <a:ext uri="{FF2B5EF4-FFF2-40B4-BE49-F238E27FC236}">
                      <a16:creationId xmlns:a16="http://schemas.microsoft.com/office/drawing/2014/main" id="{B1F90341-AE6F-E7CE-DE92-DDEF0B1E518A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6" name="椭圆 115">
                    <a:extLst>
                      <a:ext uri="{FF2B5EF4-FFF2-40B4-BE49-F238E27FC236}">
                        <a16:creationId xmlns:a16="http://schemas.microsoft.com/office/drawing/2014/main" id="{A7E56979-9BEE-6DA5-1F08-E95A930EC83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7" name="椭圆 116">
                    <a:extLst>
                      <a:ext uri="{FF2B5EF4-FFF2-40B4-BE49-F238E27FC236}">
                        <a16:creationId xmlns:a16="http://schemas.microsoft.com/office/drawing/2014/main" id="{CB0975BA-5D68-E495-F6D3-FD7B8D9D6C4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3437AC51-1335-6DFF-5EC0-6E3F6E62BB54}"/>
                </a:ext>
              </a:extLst>
            </p:cNvPr>
            <p:cNvGrpSpPr/>
            <p:nvPr/>
          </p:nvGrpSpPr>
          <p:grpSpPr>
            <a:xfrm>
              <a:off x="2818188" y="3158998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F573C480-B632-7F7D-2563-E891C5E9C64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4A7F28B3-24A8-53D3-C4A5-89C13E30BC11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9A8949C8-BD6D-66B7-94C7-F20BF3DC6833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5" name="椭圆 104">
                    <a:extLst>
                      <a:ext uri="{FF2B5EF4-FFF2-40B4-BE49-F238E27FC236}">
                        <a16:creationId xmlns:a16="http://schemas.microsoft.com/office/drawing/2014/main" id="{56872274-1B79-F514-EDEC-C11C28260BE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椭圆 105">
                    <a:extLst>
                      <a:ext uri="{FF2B5EF4-FFF2-40B4-BE49-F238E27FC236}">
                        <a16:creationId xmlns:a16="http://schemas.microsoft.com/office/drawing/2014/main" id="{F95F138A-103B-25DD-D74A-D657E4B4572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A920C558-11C6-E13A-0D9D-C7AAC65B30A7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3" name="椭圆 102">
                    <a:extLst>
                      <a:ext uri="{FF2B5EF4-FFF2-40B4-BE49-F238E27FC236}">
                        <a16:creationId xmlns:a16="http://schemas.microsoft.com/office/drawing/2014/main" id="{5BF2E39E-A46A-A7F4-26C5-C63E3C1AADD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椭圆 103">
                    <a:extLst>
                      <a:ext uri="{FF2B5EF4-FFF2-40B4-BE49-F238E27FC236}">
                        <a16:creationId xmlns:a16="http://schemas.microsoft.com/office/drawing/2014/main" id="{F6E71AD4-AE15-9C67-F21E-5AB24BB7908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E3F2774C-4327-AEB2-3E87-BE4968606117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1" name="椭圆 100">
                    <a:extLst>
                      <a:ext uri="{FF2B5EF4-FFF2-40B4-BE49-F238E27FC236}">
                        <a16:creationId xmlns:a16="http://schemas.microsoft.com/office/drawing/2014/main" id="{BFE09A8B-DE46-3E79-188B-1C9B92DAAC2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2" name="椭圆 101">
                    <a:extLst>
                      <a:ext uri="{FF2B5EF4-FFF2-40B4-BE49-F238E27FC236}">
                        <a16:creationId xmlns:a16="http://schemas.microsoft.com/office/drawing/2014/main" id="{CCFB196B-860E-9DB8-762B-14F9CF189AF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9E2F21E7-970D-3D9E-5E6B-E42CC32B914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9" name="椭圆 98">
                    <a:extLst>
                      <a:ext uri="{FF2B5EF4-FFF2-40B4-BE49-F238E27FC236}">
                        <a16:creationId xmlns:a16="http://schemas.microsoft.com/office/drawing/2014/main" id="{19B883FB-2B54-631D-5243-7FF0F96BB1E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0" name="椭圆 99">
                    <a:extLst>
                      <a:ext uri="{FF2B5EF4-FFF2-40B4-BE49-F238E27FC236}">
                        <a16:creationId xmlns:a16="http://schemas.microsoft.com/office/drawing/2014/main" id="{17A3C6F9-4299-8F44-9644-0A6A7A677AA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EF1A2875-22BE-1123-506A-1A7635A2B551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7" name="椭圆 96">
                    <a:extLst>
                      <a:ext uri="{FF2B5EF4-FFF2-40B4-BE49-F238E27FC236}">
                        <a16:creationId xmlns:a16="http://schemas.microsoft.com/office/drawing/2014/main" id="{E8F837AA-D536-51DB-2FF5-B29C0B9055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8" name="椭圆 97">
                    <a:extLst>
                      <a:ext uri="{FF2B5EF4-FFF2-40B4-BE49-F238E27FC236}">
                        <a16:creationId xmlns:a16="http://schemas.microsoft.com/office/drawing/2014/main" id="{1F1DACD1-B0A9-E6D0-642E-91235B6BF36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0C3C662A-8134-FBE8-F4CA-08B06F7EF937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5184A6C-0852-008E-29A8-71FE9DB5A085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358071FB-D6BB-29A7-6746-27A26E01D87D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766FFCA7-7220-06BC-0EEF-C50A4DBF08A2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0" name="椭圆 89">
                    <a:extLst>
                      <a:ext uri="{FF2B5EF4-FFF2-40B4-BE49-F238E27FC236}">
                        <a16:creationId xmlns:a16="http://schemas.microsoft.com/office/drawing/2014/main" id="{4D2A63E7-E7E6-BDB5-E269-104FA5F4C00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D3AEAAE3-F912-4AA9-08EB-715E89DDFB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7" name="椭圆 86">
                    <a:extLst>
                      <a:ext uri="{FF2B5EF4-FFF2-40B4-BE49-F238E27FC236}">
                        <a16:creationId xmlns:a16="http://schemas.microsoft.com/office/drawing/2014/main" id="{CCB05384-E16F-A22D-AB2B-4E5B4DF0BD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8" name="椭圆 87">
                    <a:extLst>
                      <a:ext uri="{FF2B5EF4-FFF2-40B4-BE49-F238E27FC236}">
                        <a16:creationId xmlns:a16="http://schemas.microsoft.com/office/drawing/2014/main" id="{870697AF-252E-F1A1-C2DF-58DA12503711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DB1A5948-021D-CB9D-0130-A1C3882C91A1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5" name="椭圆 84">
                    <a:extLst>
                      <a:ext uri="{FF2B5EF4-FFF2-40B4-BE49-F238E27FC236}">
                        <a16:creationId xmlns:a16="http://schemas.microsoft.com/office/drawing/2014/main" id="{0F4734D4-A2F4-585A-B60F-CB5F186CBF9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6" name="椭圆 85">
                    <a:extLst>
                      <a:ext uri="{FF2B5EF4-FFF2-40B4-BE49-F238E27FC236}">
                        <a16:creationId xmlns:a16="http://schemas.microsoft.com/office/drawing/2014/main" id="{E1009CE7-F553-06BC-D7DB-1E3C99DCF89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D4F6B363-4ADE-F515-7D26-6826CAE21D12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7A4BC333-64C5-4C2E-6E0F-28A936A2771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4" name="椭圆 83">
                    <a:extLst>
                      <a:ext uri="{FF2B5EF4-FFF2-40B4-BE49-F238E27FC236}">
                        <a16:creationId xmlns:a16="http://schemas.microsoft.com/office/drawing/2014/main" id="{689F886D-2F5D-E35B-5CC1-5830383A113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3FFB28BF-BA34-6A05-E120-4EA93D208B9C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1" name="椭圆 80">
                    <a:extLst>
                      <a:ext uri="{FF2B5EF4-FFF2-40B4-BE49-F238E27FC236}">
                        <a16:creationId xmlns:a16="http://schemas.microsoft.com/office/drawing/2014/main" id="{338A0955-FF16-1B0B-278B-8F3B0C262DF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2" name="椭圆 81">
                    <a:extLst>
                      <a:ext uri="{FF2B5EF4-FFF2-40B4-BE49-F238E27FC236}">
                        <a16:creationId xmlns:a16="http://schemas.microsoft.com/office/drawing/2014/main" id="{D8A13774-9192-60B6-4497-D83A05149B5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4BE520B5-5688-E79F-7A32-68C53126B1F7}"/>
                </a:ext>
              </a:extLst>
            </p:cNvPr>
            <p:cNvGrpSpPr/>
            <p:nvPr/>
          </p:nvGrpSpPr>
          <p:grpSpPr>
            <a:xfrm>
              <a:off x="2818188" y="3158997"/>
              <a:ext cx="6555624" cy="540001"/>
              <a:chOff x="2818188" y="3158999"/>
              <a:chExt cx="6555624" cy="540001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FBF50C42-253F-D255-1A43-4B3F84FB72E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solidFill>
                <a:srgbClr val="0A0806"/>
              </a:solidFill>
            </p:grpSpPr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07287FBB-A585-01A5-9981-30A561879FA4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762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90CAD457-8217-AFDB-E922-3ABB2EC3BD59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60" name="椭圆 59">
                    <a:extLst>
                      <a:ext uri="{FF2B5EF4-FFF2-40B4-BE49-F238E27FC236}">
                        <a16:creationId xmlns:a16="http://schemas.microsoft.com/office/drawing/2014/main" id="{5522E396-81D1-27EF-EC21-D0D6B94BE36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1" name="椭圆 60">
                    <a:extLst>
                      <a:ext uri="{FF2B5EF4-FFF2-40B4-BE49-F238E27FC236}">
                        <a16:creationId xmlns:a16="http://schemas.microsoft.com/office/drawing/2014/main" id="{18C4137B-F4D7-22AA-881B-7DBD6CD9766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DEB485D6-45BE-48C5-7956-38534791B2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8" name="椭圆 57">
                    <a:extLst>
                      <a:ext uri="{FF2B5EF4-FFF2-40B4-BE49-F238E27FC236}">
                        <a16:creationId xmlns:a16="http://schemas.microsoft.com/office/drawing/2014/main" id="{CE53038F-0B6E-8E61-917E-25C7962D505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9" name="椭圆 58">
                    <a:extLst>
                      <a:ext uri="{FF2B5EF4-FFF2-40B4-BE49-F238E27FC236}">
                        <a16:creationId xmlns:a16="http://schemas.microsoft.com/office/drawing/2014/main" id="{1AD070CC-B445-C885-4AF1-BE59963D6A2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9" name="组合 48">
                  <a:extLst>
                    <a:ext uri="{FF2B5EF4-FFF2-40B4-BE49-F238E27FC236}">
                      <a16:creationId xmlns:a16="http://schemas.microsoft.com/office/drawing/2014/main" id="{C7A2BE15-9452-B392-E150-3F070F90700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6" name="椭圆 55">
                    <a:extLst>
                      <a:ext uri="{FF2B5EF4-FFF2-40B4-BE49-F238E27FC236}">
                        <a16:creationId xmlns:a16="http://schemas.microsoft.com/office/drawing/2014/main" id="{FC05F613-16F9-C628-EE14-1DA0CDD84F9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7" name="椭圆 56">
                    <a:extLst>
                      <a:ext uri="{FF2B5EF4-FFF2-40B4-BE49-F238E27FC236}">
                        <a16:creationId xmlns:a16="http://schemas.microsoft.com/office/drawing/2014/main" id="{6C4ACB52-B736-6443-4218-FE9EC989879E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0" name="组合 49">
                  <a:extLst>
                    <a:ext uri="{FF2B5EF4-FFF2-40B4-BE49-F238E27FC236}">
                      <a16:creationId xmlns:a16="http://schemas.microsoft.com/office/drawing/2014/main" id="{1326C275-1460-9F49-D090-0531921AB20F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4" name="椭圆 53">
                    <a:extLst>
                      <a:ext uri="{FF2B5EF4-FFF2-40B4-BE49-F238E27FC236}">
                        <a16:creationId xmlns:a16="http://schemas.microsoft.com/office/drawing/2014/main" id="{C608B474-FF3C-6321-A607-778E6F8EEFC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5" name="椭圆 54">
                    <a:extLst>
                      <a:ext uri="{FF2B5EF4-FFF2-40B4-BE49-F238E27FC236}">
                        <a16:creationId xmlns:a16="http://schemas.microsoft.com/office/drawing/2014/main" id="{8B079742-51F1-C59A-0996-E40B766C603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5FF3BEA1-393D-D72F-AFD4-D43FE8B56854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2" name="椭圆 51">
                    <a:extLst>
                      <a:ext uri="{FF2B5EF4-FFF2-40B4-BE49-F238E27FC236}">
                        <a16:creationId xmlns:a16="http://schemas.microsoft.com/office/drawing/2014/main" id="{756A0873-E64F-6C4B-6B34-7E8979DD4DE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3" name="椭圆 52">
                    <a:extLst>
                      <a:ext uri="{FF2B5EF4-FFF2-40B4-BE49-F238E27FC236}">
                        <a16:creationId xmlns:a16="http://schemas.microsoft.com/office/drawing/2014/main" id="{EFF74238-CCE7-D351-95AC-F77FF423DC1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2C813DA9-0E59-DA93-B42D-5BD1161F7E7A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</p:grpSpPr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17B054BF-B455-22A5-18B8-F9573020660B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solidFill>
                  <a:srgbClr val="64130F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D85BE758-F48D-C10D-87E0-A00527132F81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4" name="椭圆 43">
                    <a:extLst>
                      <a:ext uri="{FF2B5EF4-FFF2-40B4-BE49-F238E27FC236}">
                        <a16:creationId xmlns:a16="http://schemas.microsoft.com/office/drawing/2014/main" id="{18AB1522-8FA3-C9D6-D1BB-74ED7FAED05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5" name="椭圆 44">
                    <a:extLst>
                      <a:ext uri="{FF2B5EF4-FFF2-40B4-BE49-F238E27FC236}">
                        <a16:creationId xmlns:a16="http://schemas.microsoft.com/office/drawing/2014/main" id="{E22C1B8A-F865-819F-3B38-A381CC60542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1" name="组合 30">
                  <a:extLst>
                    <a:ext uri="{FF2B5EF4-FFF2-40B4-BE49-F238E27FC236}">
                      <a16:creationId xmlns:a16="http://schemas.microsoft.com/office/drawing/2014/main" id="{8D0636DD-8962-8B75-4F76-F4D492D0786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2" name="椭圆 41">
                    <a:extLst>
                      <a:ext uri="{FF2B5EF4-FFF2-40B4-BE49-F238E27FC236}">
                        <a16:creationId xmlns:a16="http://schemas.microsoft.com/office/drawing/2014/main" id="{D70BCEEF-E6D5-BF5A-C7A5-16FAC1BFC93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" name="椭圆 42">
                    <a:extLst>
                      <a:ext uri="{FF2B5EF4-FFF2-40B4-BE49-F238E27FC236}">
                        <a16:creationId xmlns:a16="http://schemas.microsoft.com/office/drawing/2014/main" id="{1950FFD2-18E6-DF39-746A-E6BA44B10B6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6BC59B9D-389C-675B-89D2-4F0764157FD3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0" name="椭圆 39">
                    <a:extLst>
                      <a:ext uri="{FF2B5EF4-FFF2-40B4-BE49-F238E27FC236}">
                        <a16:creationId xmlns:a16="http://schemas.microsoft.com/office/drawing/2014/main" id="{B9F0FFBE-D30A-781B-79F5-E08102F3DC2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" name="椭圆 40">
                    <a:extLst>
                      <a:ext uri="{FF2B5EF4-FFF2-40B4-BE49-F238E27FC236}">
                        <a16:creationId xmlns:a16="http://schemas.microsoft.com/office/drawing/2014/main" id="{E8055EC8-EA06-8B26-5F34-0D8724A2B05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C3DD34DF-186A-645C-1F00-D7DF35B3C9C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7" name="椭圆 36">
                    <a:extLst>
                      <a:ext uri="{FF2B5EF4-FFF2-40B4-BE49-F238E27FC236}">
                        <a16:creationId xmlns:a16="http://schemas.microsoft.com/office/drawing/2014/main" id="{D15AF946-7513-0209-658B-ECAAACF9555C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" name="椭圆 37">
                    <a:extLst>
                      <a:ext uri="{FF2B5EF4-FFF2-40B4-BE49-F238E27FC236}">
                        <a16:creationId xmlns:a16="http://schemas.microsoft.com/office/drawing/2014/main" id="{3EB8B2BB-195D-0167-46F9-28F1C80B400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F947690D-1263-B54E-7AB4-2BC6A01A8D65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5" name="椭圆 34">
                    <a:extLst>
                      <a:ext uri="{FF2B5EF4-FFF2-40B4-BE49-F238E27FC236}">
                        <a16:creationId xmlns:a16="http://schemas.microsoft.com/office/drawing/2014/main" id="{E367A43C-D148-7D23-EEE5-40AD0C80ABF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" name="椭圆 35">
                    <a:extLst>
                      <a:ext uri="{FF2B5EF4-FFF2-40B4-BE49-F238E27FC236}">
                        <a16:creationId xmlns:a16="http://schemas.microsoft.com/office/drawing/2014/main" id="{C563B1E5-14DA-F094-901A-4A2BA70A576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</p:grpSp>
      <p:grpSp>
        <p:nvGrpSpPr>
          <p:cNvPr id="2" name="进度条">
            <a:extLst>
              <a:ext uri="{FF2B5EF4-FFF2-40B4-BE49-F238E27FC236}">
                <a16:creationId xmlns:a16="http://schemas.microsoft.com/office/drawing/2014/main" id="{7984D532-E3D6-47C3-CE14-5EA78D1453E8}"/>
              </a:ext>
            </a:extLst>
          </p:cNvPr>
          <p:cNvGrpSpPr/>
          <p:nvPr/>
        </p:nvGrpSpPr>
        <p:grpSpPr>
          <a:xfrm>
            <a:off x="4373409" y="4433120"/>
            <a:ext cx="5754857" cy="136074"/>
            <a:chOff x="1680086" y="2672441"/>
            <a:chExt cx="5754857" cy="13607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9418B5B-BA62-BFD3-5199-059016ACE484}"/>
                </a:ext>
              </a:extLst>
            </p:cNvPr>
            <p:cNvSpPr/>
            <p:nvPr/>
          </p:nvSpPr>
          <p:spPr>
            <a:xfrm>
              <a:off x="1680086" y="2672441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1174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414F77AF-2F03-738A-1A13-E5005EE54E15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rgbClr val="F2DE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926C41B-38DF-302A-6DAB-E5435DF6DD13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gradFill>
              <a:gsLst>
                <a:gs pos="25000">
                  <a:srgbClr val="3F4E87"/>
                </a:gs>
                <a:gs pos="0">
                  <a:srgbClr val="3F3361"/>
                </a:gs>
                <a:gs pos="50000">
                  <a:srgbClr val="5EB8B9"/>
                </a:gs>
                <a:gs pos="75000">
                  <a:srgbClr val="F49D36"/>
                </a:gs>
                <a:gs pos="100000">
                  <a:srgbClr val="DC4123"/>
                </a:gs>
              </a:gsLst>
              <a:lin ang="0" scaled="0"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86FFF295-AB8B-D070-C3D6-DEAB69AF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671" y="4142904"/>
            <a:ext cx="789025" cy="716504"/>
          </a:xfrm>
          <a:prstGeom prst="rect">
            <a:avLst/>
          </a:prstGeom>
        </p:spPr>
      </p:pic>
      <p:grpSp>
        <p:nvGrpSpPr>
          <p:cNvPr id="15" name="判定圈">
            <a:extLst>
              <a:ext uri="{FF2B5EF4-FFF2-40B4-BE49-F238E27FC236}">
                <a16:creationId xmlns:a16="http://schemas.microsoft.com/office/drawing/2014/main" id="{44BE3FAA-91B1-EB97-A7DA-55563F43AEF1}"/>
              </a:ext>
            </a:extLst>
          </p:cNvPr>
          <p:cNvGrpSpPr/>
          <p:nvPr/>
        </p:nvGrpSpPr>
        <p:grpSpPr>
          <a:xfrm>
            <a:off x="3977671" y="5227384"/>
            <a:ext cx="972000" cy="972000"/>
            <a:chOff x="3438072" y="1442356"/>
            <a:chExt cx="972000" cy="972000"/>
          </a:xfrm>
        </p:grpSpPr>
        <p:sp>
          <p:nvSpPr>
            <p:cNvPr id="16" name="判定圈">
              <a:extLst>
                <a:ext uri="{FF2B5EF4-FFF2-40B4-BE49-F238E27FC236}">
                  <a16:creationId xmlns:a16="http://schemas.microsoft.com/office/drawing/2014/main" id="{1F4A0229-5D45-55D7-7C0D-1D9483BDBF83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判定圈">
              <a:extLst>
                <a:ext uri="{FF2B5EF4-FFF2-40B4-BE49-F238E27FC236}">
                  <a16:creationId xmlns:a16="http://schemas.microsoft.com/office/drawing/2014/main" id="{E11D543D-C693-67A5-F5F7-ACE88C07F5F2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判定圈">
              <a:extLst>
                <a:ext uri="{FF2B5EF4-FFF2-40B4-BE49-F238E27FC236}">
                  <a16:creationId xmlns:a16="http://schemas.microsoft.com/office/drawing/2014/main" id="{8A31C601-5618-8494-ADCA-26AEA83F43BF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533A275-B843-581D-4F26-9FE612EBAED8}"/>
              </a:ext>
            </a:extLst>
          </p:cNvPr>
          <p:cNvGrpSpPr/>
          <p:nvPr/>
        </p:nvGrpSpPr>
        <p:grpSpPr>
          <a:xfrm>
            <a:off x="5241206" y="5227384"/>
            <a:ext cx="972000" cy="972000"/>
            <a:chOff x="4684253" y="1470031"/>
            <a:chExt cx="972000" cy="972000"/>
          </a:xfrm>
        </p:grpSpPr>
        <p:sp>
          <p:nvSpPr>
            <p:cNvPr id="20" name="判定圈">
              <a:extLst>
                <a:ext uri="{FF2B5EF4-FFF2-40B4-BE49-F238E27FC236}">
                  <a16:creationId xmlns:a16="http://schemas.microsoft.com/office/drawing/2014/main" id="{96005458-0630-2308-0B6F-D6E0AB4D4013}"/>
                </a:ext>
              </a:extLst>
            </p:cNvPr>
            <p:cNvSpPr/>
            <p:nvPr/>
          </p:nvSpPr>
          <p:spPr>
            <a:xfrm>
              <a:off x="4684253" y="1470031"/>
              <a:ext cx="972000" cy="972000"/>
            </a:xfrm>
            <a:prstGeom prst="ellipse">
              <a:avLst/>
            </a:prstGeom>
            <a:solidFill>
              <a:srgbClr val="FFF6DC"/>
            </a:solidFill>
            <a:ln w="381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判定圈">
              <a:extLst>
                <a:ext uri="{FF2B5EF4-FFF2-40B4-BE49-F238E27FC236}">
                  <a16:creationId xmlns:a16="http://schemas.microsoft.com/office/drawing/2014/main" id="{485DCC24-6915-4297-2730-F4FC6B1FCC55}"/>
                </a:ext>
              </a:extLst>
            </p:cNvPr>
            <p:cNvSpPr/>
            <p:nvPr/>
          </p:nvSpPr>
          <p:spPr>
            <a:xfrm>
              <a:off x="4846253" y="1632031"/>
              <a:ext cx="648000" cy="648000"/>
            </a:xfrm>
            <a:prstGeom prst="ellipse">
              <a:avLst/>
            </a:prstGeom>
            <a:noFill/>
            <a:ln w="25400">
              <a:solidFill>
                <a:srgbClr val="EDE0C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2859F54-10D1-DDFD-F118-13E30149312C}"/>
                </a:ext>
              </a:extLst>
            </p:cNvPr>
            <p:cNvCxnSpPr>
              <a:stCxn id="21" idx="0"/>
              <a:endCxn id="21" idx="4"/>
            </p:cNvCxnSpPr>
            <p:nvPr/>
          </p:nvCxnSpPr>
          <p:spPr>
            <a:xfrm>
              <a:off x="5170253" y="1632031"/>
              <a:ext cx="0" cy="648000"/>
            </a:xfrm>
            <a:prstGeom prst="line">
              <a:avLst/>
            </a:prstGeom>
            <a:ln w="25400">
              <a:solidFill>
                <a:srgbClr val="E9DFC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6" name="组合 145">
            <a:extLst>
              <a:ext uri="{FF2B5EF4-FFF2-40B4-BE49-F238E27FC236}">
                <a16:creationId xmlns:a16="http://schemas.microsoft.com/office/drawing/2014/main" id="{87FFFE3D-DB95-C8D4-27D9-47D3BB789F49}"/>
              </a:ext>
            </a:extLst>
          </p:cNvPr>
          <p:cNvGrpSpPr/>
          <p:nvPr/>
        </p:nvGrpSpPr>
        <p:grpSpPr>
          <a:xfrm>
            <a:off x="6504741" y="5227384"/>
            <a:ext cx="972000" cy="972000"/>
            <a:chOff x="7833206" y="5227384"/>
            <a:chExt cx="972000" cy="972000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162B86C1-E9E6-9E26-96A2-C300A0865A2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4" name="判定圈">
                <a:extLst>
                  <a:ext uri="{FF2B5EF4-FFF2-40B4-BE49-F238E27FC236}">
                    <a16:creationId xmlns:a16="http://schemas.microsoft.com/office/drawing/2014/main" id="{E018EED3-F22A-14B2-D2E1-8784C680D119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13317F26-ADD8-AB95-7024-A289447BF4E9}"/>
                  </a:ext>
                </a:extLst>
              </p:cNvPr>
              <p:cNvSpPr/>
              <p:nvPr/>
            </p:nvSpPr>
            <p:spPr>
              <a:xfrm>
                <a:off x="2805018" y="3235741"/>
                <a:ext cx="324000" cy="648000"/>
              </a:xfrm>
              <a:custGeom>
                <a:avLst/>
                <a:gdLst>
                  <a:gd name="connsiteX0" fmla="*/ 324000 w 324000"/>
                  <a:gd name="connsiteY0" fmla="*/ 0 h 648000"/>
                  <a:gd name="connsiteX1" fmla="*/ 324000 w 324000"/>
                  <a:gd name="connsiteY1" fmla="*/ 648000 h 648000"/>
                  <a:gd name="connsiteX2" fmla="*/ 0 w 324000"/>
                  <a:gd name="connsiteY2" fmla="*/ 324000 h 648000"/>
                  <a:gd name="connsiteX3" fmla="*/ 324000 w 324000"/>
                  <a:gd name="connsiteY3" fmla="*/ 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4000" h="648000">
                    <a:moveTo>
                      <a:pt x="324000" y="0"/>
                    </a:moveTo>
                    <a:lnTo>
                      <a:pt x="324000" y="648000"/>
                    </a:lnTo>
                    <a:cubicBezTo>
                      <a:pt x="145060" y="648000"/>
                      <a:pt x="0" y="502940"/>
                      <a:pt x="0" y="324000"/>
                    </a:cubicBezTo>
                    <a:cubicBezTo>
                      <a:pt x="0" y="145060"/>
                      <a:pt x="145060" y="0"/>
                      <a:pt x="324000" y="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6EECB269-1D6A-B02D-2C4B-9BF9830AF873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7" name="判定圈">
                <a:extLst>
                  <a:ext uri="{FF2B5EF4-FFF2-40B4-BE49-F238E27FC236}">
                    <a16:creationId xmlns:a16="http://schemas.microsoft.com/office/drawing/2014/main" id="{98217CC6-66E9-7248-DA57-EDA6707B4F2C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F9377800-3B0E-22AF-5AA4-B70182FA6FD7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486000" cy="972000"/>
              </a:xfrm>
              <a:custGeom>
                <a:avLst/>
                <a:gdLst>
                  <a:gd name="connsiteX0" fmla="*/ 486000 w 486000"/>
                  <a:gd name="connsiteY0" fmla="*/ 0 h 972000"/>
                  <a:gd name="connsiteX1" fmla="*/ 486000 w 486000"/>
                  <a:gd name="connsiteY1" fmla="*/ 162000 h 972000"/>
                  <a:gd name="connsiteX2" fmla="*/ 485999 w 486000"/>
                  <a:gd name="connsiteY2" fmla="*/ 162000 h 972000"/>
                  <a:gd name="connsiteX3" fmla="*/ 161999 w 486000"/>
                  <a:gd name="connsiteY3" fmla="*/ 486000 h 972000"/>
                  <a:gd name="connsiteX4" fmla="*/ 485999 w 486000"/>
                  <a:gd name="connsiteY4" fmla="*/ 810000 h 972000"/>
                  <a:gd name="connsiteX5" fmla="*/ 486000 w 486000"/>
                  <a:gd name="connsiteY5" fmla="*/ 810000 h 972000"/>
                  <a:gd name="connsiteX6" fmla="*/ 486000 w 486000"/>
                  <a:gd name="connsiteY6" fmla="*/ 972000 h 972000"/>
                  <a:gd name="connsiteX7" fmla="*/ 0 w 486000"/>
                  <a:gd name="connsiteY7" fmla="*/ 486000 h 972000"/>
                  <a:gd name="connsiteX8" fmla="*/ 486000 w 486000"/>
                  <a:gd name="connsiteY8" fmla="*/ 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86000" h="972000">
                    <a:moveTo>
                      <a:pt x="486000" y="0"/>
                    </a:moveTo>
                    <a:lnTo>
                      <a:pt x="486000" y="162000"/>
                    </a:lnTo>
                    <a:lnTo>
                      <a:pt x="485999" y="162000"/>
                    </a:lnTo>
                    <a:cubicBezTo>
                      <a:pt x="307059" y="162000"/>
                      <a:pt x="161999" y="307060"/>
                      <a:pt x="161999" y="486000"/>
                    </a:cubicBezTo>
                    <a:cubicBezTo>
                      <a:pt x="161999" y="664940"/>
                      <a:pt x="307059" y="810000"/>
                      <a:pt x="485999" y="810000"/>
                    </a:cubicBezTo>
                    <a:lnTo>
                      <a:pt x="486000" y="810000"/>
                    </a:lnTo>
                    <a:lnTo>
                      <a:pt x="486000" y="972000"/>
                    </a:lnTo>
                    <a:cubicBezTo>
                      <a:pt x="217590" y="972000"/>
                      <a:pt x="0" y="754410"/>
                      <a:pt x="0" y="486000"/>
                    </a:cubicBezTo>
                    <a:cubicBezTo>
                      <a:pt x="0" y="217590"/>
                      <a:pt x="217590" y="0"/>
                      <a:pt x="486000" y="0"/>
                    </a:cubicBez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DB30362E-1DDD-DDA0-6B34-6F5450F95CD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70" name="判定圈">
                <a:extLst>
                  <a:ext uri="{FF2B5EF4-FFF2-40B4-BE49-F238E27FC236}">
                    <a16:creationId xmlns:a16="http://schemas.microsoft.com/office/drawing/2014/main" id="{70DA5C4A-351A-860C-F3F7-C595055D1D2F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650B6ED4-EE6F-66D1-3436-F300E5C4BA29}"/>
                  </a:ext>
                </a:extLst>
              </p:cNvPr>
              <p:cNvSpPr/>
              <p:nvPr/>
            </p:nvSpPr>
            <p:spPr>
              <a:xfrm>
                <a:off x="3129018" y="3235741"/>
                <a:ext cx="324000" cy="648000"/>
              </a:xfrm>
              <a:custGeom>
                <a:avLst/>
                <a:gdLst>
                  <a:gd name="connsiteX0" fmla="*/ 0 w 324000"/>
                  <a:gd name="connsiteY0" fmla="*/ 0 h 648000"/>
                  <a:gd name="connsiteX1" fmla="*/ 324000 w 324000"/>
                  <a:gd name="connsiteY1" fmla="*/ 324000 h 648000"/>
                  <a:gd name="connsiteX2" fmla="*/ 0 w 324000"/>
                  <a:gd name="connsiteY2" fmla="*/ 64800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4000" h="648000">
                    <a:moveTo>
                      <a:pt x="0" y="0"/>
                    </a:moveTo>
                    <a:cubicBezTo>
                      <a:pt x="178940" y="0"/>
                      <a:pt x="324000" y="145060"/>
                      <a:pt x="324000" y="324000"/>
                    </a:cubicBezTo>
                    <a:cubicBezTo>
                      <a:pt x="324000" y="502940"/>
                      <a:pt x="178940" y="648000"/>
                      <a:pt x="0" y="64800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3" name="组合 142">
              <a:extLst>
                <a:ext uri="{FF2B5EF4-FFF2-40B4-BE49-F238E27FC236}">
                  <a16:creationId xmlns:a16="http://schemas.microsoft.com/office/drawing/2014/main" id="{9DEB2130-2D8C-AC4D-E786-7F4CA0B771A1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144" name="判定圈">
                <a:extLst>
                  <a:ext uri="{FF2B5EF4-FFF2-40B4-BE49-F238E27FC236}">
                    <a16:creationId xmlns:a16="http://schemas.microsoft.com/office/drawing/2014/main" id="{5358FEEE-6051-21F7-944C-CFEB82ED9212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任意多边形: 形状 144">
                <a:extLst>
                  <a:ext uri="{FF2B5EF4-FFF2-40B4-BE49-F238E27FC236}">
                    <a16:creationId xmlns:a16="http://schemas.microsoft.com/office/drawing/2014/main" id="{2258810E-84FB-7E35-3C81-CC96135F1680}"/>
                  </a:ext>
                </a:extLst>
              </p:cNvPr>
              <p:cNvSpPr/>
              <p:nvPr/>
            </p:nvSpPr>
            <p:spPr>
              <a:xfrm>
                <a:off x="3129018" y="3075327"/>
                <a:ext cx="486000" cy="972000"/>
              </a:xfrm>
              <a:custGeom>
                <a:avLst/>
                <a:gdLst>
                  <a:gd name="connsiteX0" fmla="*/ 0 w 486000"/>
                  <a:gd name="connsiteY0" fmla="*/ 0 h 972000"/>
                  <a:gd name="connsiteX1" fmla="*/ 486000 w 486000"/>
                  <a:gd name="connsiteY1" fmla="*/ 486000 h 972000"/>
                  <a:gd name="connsiteX2" fmla="*/ 0 w 486000"/>
                  <a:gd name="connsiteY2" fmla="*/ 972000 h 972000"/>
                  <a:gd name="connsiteX3" fmla="*/ 0 w 486000"/>
                  <a:gd name="connsiteY3" fmla="*/ 810000 h 972000"/>
                  <a:gd name="connsiteX4" fmla="*/ 65297 w 486000"/>
                  <a:gd name="connsiteY4" fmla="*/ 803418 h 972000"/>
                  <a:gd name="connsiteX5" fmla="*/ 323999 w 486000"/>
                  <a:gd name="connsiteY5" fmla="*/ 486000 h 972000"/>
                  <a:gd name="connsiteX6" fmla="*/ 65297 w 486000"/>
                  <a:gd name="connsiteY6" fmla="*/ 168583 h 972000"/>
                  <a:gd name="connsiteX7" fmla="*/ 0 w 486000"/>
                  <a:gd name="connsiteY7" fmla="*/ 16200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86000" h="972000">
                    <a:moveTo>
                      <a:pt x="0" y="0"/>
                    </a:moveTo>
                    <a:cubicBezTo>
                      <a:pt x="268410" y="0"/>
                      <a:pt x="486000" y="217590"/>
                      <a:pt x="486000" y="486000"/>
                    </a:cubicBezTo>
                    <a:cubicBezTo>
                      <a:pt x="486000" y="754410"/>
                      <a:pt x="268410" y="972000"/>
                      <a:pt x="0" y="972000"/>
                    </a:cubicBezTo>
                    <a:lnTo>
                      <a:pt x="0" y="810000"/>
                    </a:lnTo>
                    <a:lnTo>
                      <a:pt x="65297" y="803418"/>
                    </a:lnTo>
                    <a:cubicBezTo>
                      <a:pt x="212938" y="773206"/>
                      <a:pt x="323999" y="642573"/>
                      <a:pt x="323999" y="486000"/>
                    </a:cubicBezTo>
                    <a:cubicBezTo>
                      <a:pt x="323999" y="329428"/>
                      <a:pt x="212938" y="198795"/>
                      <a:pt x="65297" y="168583"/>
                    </a:cubicBezTo>
                    <a:lnTo>
                      <a:pt x="0" y="162000"/>
                    </a:ln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7871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6532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0</Words>
  <Application>Microsoft Office PowerPoint</Application>
  <PresentationFormat>宽屏</PresentationFormat>
  <Paragraphs>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L</dc:creator>
  <cp:lastModifiedBy>X L</cp:lastModifiedBy>
  <cp:revision>23</cp:revision>
  <dcterms:created xsi:type="dcterms:W3CDTF">2026-06-03T02:41:09Z</dcterms:created>
  <dcterms:modified xsi:type="dcterms:W3CDTF">2026-06-05T05:13:13Z</dcterms:modified>
</cp:coreProperties>
</file>