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7902"/>
    <a:srgbClr val="F4B703"/>
    <a:srgbClr val="45C0BF"/>
    <a:srgbClr val="F24828"/>
    <a:srgbClr val="F4EFDE"/>
    <a:srgbClr val="141311"/>
    <a:srgbClr val="17E2E2"/>
    <a:srgbClr val="F84828"/>
    <a:srgbClr val="E9DFC5"/>
    <a:srgbClr val="EDE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2" autoAdjust="0"/>
    <p:restoredTop sz="94660"/>
  </p:normalViewPr>
  <p:slideViewPr>
    <p:cSldViewPr snapToGrid="0">
      <p:cViewPr varScale="1">
        <p:scale>
          <a:sx n="68" d="100"/>
          <a:sy n="68" d="100"/>
        </p:scale>
        <p:origin x="38" y="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071D8-2232-8BBA-CB8A-7B0156D1B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B75627-3E56-C4BA-7AE9-8B0DC9318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843998-3AE8-20A7-29F2-4A0AF36E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20D01-5F67-1E3E-B613-74ED54AF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C72DB-7911-4462-34E5-9BAB9ED2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3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099C24-C0C6-96B0-3117-54B0C289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F1609-42A8-BE20-6476-9D1856047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A65EA-B7DA-6740-ABE1-619B9623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57D73-8D2B-B3E9-F4AD-E4ACA46C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2F42D-35C7-FA16-91E9-1DAFF43F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2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D1236-1E96-8F20-E8A7-39DF897E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423B46-CE5E-CFCC-4755-1AF2439F2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9B4D4-C47B-03F8-90AF-D3E9177A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FD699-AC3B-64FD-E401-5C79D2061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A82468-360F-24D7-5F80-96E3810E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19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8F50B-F659-5CF8-A12A-FAEC856E8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27307-A75D-8630-6230-2D1EF6D8B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911034-7637-0CBD-8D02-859BB796A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8A2C3-922F-CAC1-13D1-ACDC37FF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FED5CA-CF3F-DB0D-4C52-F9937914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D8A4E-484D-AECB-D0A0-DE5960CC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76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2ACF0-6678-694B-4DD0-691568C3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485A0F-990D-1000-F10B-57F61D393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EF4E5C-A220-2CE9-52C8-C5F719A2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8FC667-133E-C2F5-8728-3EF52F6D1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F80106-3270-2D78-8400-E49A4F877E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8037BA-6C62-81BD-3449-60D42313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C24558-18E2-274C-C607-F4943BC1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2C4229-39D9-F3BB-143B-87170DC6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57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7D1D9-72E8-83EA-FCCA-8D3CB186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0FEBB0-AFEF-50DC-8010-A4DCC5F7E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AF64FF-25BC-D98B-835D-88A1AB96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B7F6F5-A7DE-05D1-1DA1-DADB4535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771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FB4ADE-A79E-EF43-AFB4-F66D5A91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206409-0595-B05A-C0D3-0B4F30DE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10B5B-648F-9D3F-63EF-BFC7F458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24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CA669-36F3-67D0-D3E6-777D96BA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81156-813B-9206-F8D8-8D7D43FB1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B23302-BE3D-1E34-5C87-BB8339F7A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9824AF-ACBB-DB70-5FFD-4B8371D4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B3632E-A052-C8C7-3733-526273E0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9623A3-F80D-6DEF-F8D5-3C0AC6C9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13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059BC-D896-9B7D-D61F-40E9D046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E23C7C-30B6-8C16-DC7F-212378CC9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29EF20-8B51-8FDD-D164-6A877C929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46C76A-BD37-30EE-CD66-3A352A6D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57E3D2-9D3C-D4BD-8220-207DEFE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0E8CF-63CB-9DB2-CCD6-38A42719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7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45C53-41AC-F24B-FC9C-647DA3B2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FC4F1D-50DC-FA7A-9A6B-0B9E67A4C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A0650-C0CB-5510-E939-86446064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A6D73A-9B2F-A4A3-7BFC-7987528D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4027C-C53B-17E4-DE4F-A5FDDB5B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48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87A3F0-8A1F-443E-58C6-7C939A925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F3CB1-DD24-8C53-4105-45EB48884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EABFE-B544-A21F-AEF8-495E4CD5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825B2C-DBB5-A83F-FEC3-FE63D5E1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75CD1-0893-BF5E-9B29-0E17240C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82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51FC0A-FE4C-C189-54B4-C4374121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B9815-2E8D-D110-D03C-68875B2C6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A755-DF67-7D91-AF4E-EFD8A6215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C0022-D722-4CC5-A0B1-D94CF606F81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1C3FC0-5F5A-AF85-3A23-28FEB1E7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4D292-F541-6526-E43C-DA8287589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FA383-178B-4E89-A169-D3677AD425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1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轨道">
            <a:extLst>
              <a:ext uri="{FF2B5EF4-FFF2-40B4-BE49-F238E27FC236}">
                <a16:creationId xmlns:a16="http://schemas.microsoft.com/office/drawing/2014/main" id="{8669B073-4E8D-FDC8-E813-9D983FF4FE22}"/>
              </a:ext>
            </a:extLst>
          </p:cNvPr>
          <p:cNvGrpSpPr/>
          <p:nvPr/>
        </p:nvGrpSpPr>
        <p:grpSpPr>
          <a:xfrm>
            <a:off x="3142210" y="1280872"/>
            <a:ext cx="9049790" cy="1579418"/>
            <a:chOff x="3142210" y="1280872"/>
            <a:chExt cx="9049790" cy="1579418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FDC240E-A824-431E-6BB8-4E3873B43E34}"/>
                </a:ext>
              </a:extLst>
            </p:cNvPr>
            <p:cNvSpPr/>
            <p:nvPr/>
          </p:nvSpPr>
          <p:spPr>
            <a:xfrm>
              <a:off x="3142210" y="1280872"/>
              <a:ext cx="9049790" cy="1579418"/>
            </a:xfrm>
            <a:prstGeom prst="rect">
              <a:avLst/>
            </a:prstGeom>
            <a:solidFill>
              <a:srgbClr val="8C8B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C6DE061-5F14-9240-2B07-9F8873DE479F}"/>
                </a:ext>
              </a:extLst>
            </p:cNvPr>
            <p:cNvSpPr/>
            <p:nvPr/>
          </p:nvSpPr>
          <p:spPr>
            <a:xfrm>
              <a:off x="3142210" y="1280872"/>
              <a:ext cx="9049790" cy="1280160"/>
            </a:xfrm>
            <a:prstGeom prst="rect">
              <a:avLst/>
            </a:prstGeom>
            <a:solidFill>
              <a:srgbClr val="2C2A2D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E430157-F3C2-B15F-EA1E-9E2E39E80E55}"/>
                </a:ext>
              </a:extLst>
            </p:cNvPr>
            <p:cNvSpPr/>
            <p:nvPr/>
          </p:nvSpPr>
          <p:spPr>
            <a:xfrm>
              <a:off x="3142210" y="1280872"/>
              <a:ext cx="9049790" cy="1579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7" name="玩家框">
            <a:extLst>
              <a:ext uri="{FF2B5EF4-FFF2-40B4-BE49-F238E27FC236}">
                <a16:creationId xmlns:a16="http://schemas.microsoft.com/office/drawing/2014/main" id="{159976C2-1BCA-545E-03F1-0B821E34158F}"/>
              </a:ext>
            </a:extLst>
          </p:cNvPr>
          <p:cNvSpPr/>
          <p:nvPr/>
        </p:nvSpPr>
        <p:spPr>
          <a:xfrm>
            <a:off x="0" y="1280872"/>
            <a:ext cx="3142210" cy="1579418"/>
          </a:xfrm>
          <a:prstGeom prst="rect">
            <a:avLst/>
          </a:prstGeom>
          <a:gradFill>
            <a:gsLst>
              <a:gs pos="100000">
                <a:srgbClr val="F79B74"/>
              </a:gs>
              <a:gs pos="0">
                <a:srgbClr val="DB1200"/>
              </a:gs>
            </a:gsLst>
            <a:lin ang="5400000" scaled="1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9" name="判定圈">
            <a:extLst>
              <a:ext uri="{FF2B5EF4-FFF2-40B4-BE49-F238E27FC236}">
                <a16:creationId xmlns:a16="http://schemas.microsoft.com/office/drawing/2014/main" id="{229006C4-F9FA-53E1-661B-F2F6F4C2EE96}"/>
              </a:ext>
            </a:extLst>
          </p:cNvPr>
          <p:cNvGrpSpPr/>
          <p:nvPr/>
        </p:nvGrpSpPr>
        <p:grpSpPr>
          <a:xfrm>
            <a:off x="3420383" y="1434952"/>
            <a:ext cx="972000" cy="972000"/>
            <a:chOff x="3438072" y="1442356"/>
            <a:chExt cx="972000" cy="972000"/>
          </a:xfrm>
        </p:grpSpPr>
        <p:sp>
          <p:nvSpPr>
            <p:cNvPr id="30" name="判定圈">
              <a:extLst>
                <a:ext uri="{FF2B5EF4-FFF2-40B4-BE49-F238E27FC236}">
                  <a16:creationId xmlns:a16="http://schemas.microsoft.com/office/drawing/2014/main" id="{5ABE11A4-1022-3705-8982-CB1F4630BA2C}"/>
                </a:ext>
              </a:extLst>
            </p:cNvPr>
            <p:cNvSpPr/>
            <p:nvPr/>
          </p:nvSpPr>
          <p:spPr>
            <a:xfrm>
              <a:off x="3438072" y="1442356"/>
              <a:ext cx="972000" cy="972000"/>
            </a:xfrm>
            <a:prstGeom prst="ellipse">
              <a:avLst/>
            </a:prstGeom>
            <a:noFill/>
            <a:ln w="25400">
              <a:solidFill>
                <a:srgbClr val="615F6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判定圈">
              <a:extLst>
                <a:ext uri="{FF2B5EF4-FFF2-40B4-BE49-F238E27FC236}">
                  <a16:creationId xmlns:a16="http://schemas.microsoft.com/office/drawing/2014/main" id="{EE96BF1C-67DC-7FB4-ED22-89E52895FB2E}"/>
                </a:ext>
              </a:extLst>
            </p:cNvPr>
            <p:cNvSpPr/>
            <p:nvPr/>
          </p:nvSpPr>
          <p:spPr>
            <a:xfrm>
              <a:off x="3600072" y="1604356"/>
              <a:ext cx="648000" cy="648000"/>
            </a:xfrm>
            <a:prstGeom prst="ellipse">
              <a:avLst/>
            </a:prstGeom>
            <a:noFill/>
            <a:ln w="25400">
              <a:solidFill>
                <a:srgbClr val="83818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判定圈">
              <a:extLst>
                <a:ext uri="{FF2B5EF4-FFF2-40B4-BE49-F238E27FC236}">
                  <a16:creationId xmlns:a16="http://schemas.microsoft.com/office/drawing/2014/main" id="{D035B21D-39C4-4ED1-9611-B229FFE1345B}"/>
                </a:ext>
              </a:extLst>
            </p:cNvPr>
            <p:cNvSpPr/>
            <p:nvPr/>
          </p:nvSpPr>
          <p:spPr>
            <a:xfrm>
              <a:off x="3672072" y="1676356"/>
              <a:ext cx="504000" cy="504000"/>
            </a:xfrm>
            <a:prstGeom prst="ellipse">
              <a:avLst/>
            </a:prstGeom>
            <a:solidFill>
              <a:srgbClr val="55535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判定信息">
            <a:extLst>
              <a:ext uri="{FF2B5EF4-FFF2-40B4-BE49-F238E27FC236}">
                <a16:creationId xmlns:a16="http://schemas.microsoft.com/office/drawing/2014/main" id="{888E95E1-BE84-35BC-0045-CD449B3855ED}"/>
              </a:ext>
            </a:extLst>
          </p:cNvPr>
          <p:cNvGrpSpPr/>
          <p:nvPr/>
        </p:nvGrpSpPr>
        <p:grpSpPr>
          <a:xfrm>
            <a:off x="45041" y="3429000"/>
            <a:ext cx="3052128" cy="2623458"/>
            <a:chOff x="2480717" y="1767113"/>
            <a:chExt cx="3052128" cy="2623458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591EEC73-5CBA-42B2-EB95-AD489EC55759}"/>
                </a:ext>
              </a:extLst>
            </p:cNvPr>
            <p:cNvSpPr/>
            <p:nvPr/>
          </p:nvSpPr>
          <p:spPr>
            <a:xfrm>
              <a:off x="2480717" y="1767113"/>
              <a:ext cx="3050903" cy="2623457"/>
            </a:xfrm>
            <a:prstGeom prst="roundRect">
              <a:avLst>
                <a:gd name="adj" fmla="val 8700"/>
              </a:avLst>
            </a:prstGeom>
            <a:solidFill>
              <a:srgbClr val="FEBD02"/>
            </a:solidFill>
            <a:ln w="317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E72ABA67-048F-4B9E-7C03-5686A2D6DFBE}"/>
                </a:ext>
              </a:extLst>
            </p:cNvPr>
            <p:cNvSpPr/>
            <p:nvPr/>
          </p:nvSpPr>
          <p:spPr>
            <a:xfrm>
              <a:off x="2510971" y="1798864"/>
              <a:ext cx="2990397" cy="2562225"/>
            </a:xfrm>
            <a:prstGeom prst="roundRect">
              <a:avLst>
                <a:gd name="adj" fmla="val 7797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8C2E725F-0CF9-D645-27C4-C1CBF87F5684}"/>
                </a:ext>
              </a:extLst>
            </p:cNvPr>
            <p:cNvSpPr/>
            <p:nvPr/>
          </p:nvSpPr>
          <p:spPr>
            <a:xfrm>
              <a:off x="2481942" y="1767114"/>
              <a:ext cx="3050903" cy="2623457"/>
            </a:xfrm>
            <a:prstGeom prst="roundRect">
              <a:avLst>
                <a:gd name="adj" fmla="val 8700"/>
              </a:avLst>
            </a:prstGeom>
            <a:noFill/>
            <a:ln w="31750">
              <a:solidFill>
                <a:srgbClr val="0A0806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01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B2B43-14A4-310F-74E3-8D0697CF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9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轨道">
            <a:extLst>
              <a:ext uri="{FF2B5EF4-FFF2-40B4-BE49-F238E27FC236}">
                <a16:creationId xmlns:a16="http://schemas.microsoft.com/office/drawing/2014/main" id="{21331C4F-C6AC-E8FB-B44F-03A4B88DEBAD}"/>
              </a:ext>
            </a:extLst>
          </p:cNvPr>
          <p:cNvGrpSpPr/>
          <p:nvPr/>
        </p:nvGrpSpPr>
        <p:grpSpPr>
          <a:xfrm>
            <a:off x="566057" y="2195510"/>
            <a:ext cx="9049790" cy="1579418"/>
            <a:chOff x="3142210" y="1280872"/>
            <a:chExt cx="9049790" cy="157941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75CFB49-24BA-875B-AB96-9221A2C86FB6}"/>
                </a:ext>
              </a:extLst>
            </p:cNvPr>
            <p:cNvSpPr/>
            <p:nvPr/>
          </p:nvSpPr>
          <p:spPr>
            <a:xfrm>
              <a:off x="3142210" y="1280872"/>
              <a:ext cx="9049790" cy="1579418"/>
            </a:xfrm>
            <a:prstGeom prst="rect">
              <a:avLst/>
            </a:prstGeom>
            <a:solidFill>
              <a:srgbClr val="8C8B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C9559AC-FA95-DCDE-7154-DB9022129A1D}"/>
                </a:ext>
              </a:extLst>
            </p:cNvPr>
            <p:cNvSpPr/>
            <p:nvPr/>
          </p:nvSpPr>
          <p:spPr>
            <a:xfrm>
              <a:off x="3142210" y="1280872"/>
              <a:ext cx="9049790" cy="1280160"/>
            </a:xfrm>
            <a:prstGeom prst="rect">
              <a:avLst/>
            </a:prstGeom>
            <a:solidFill>
              <a:srgbClr val="2C2A2D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220323C-6B46-F187-4216-E7A87296227C}"/>
                </a:ext>
              </a:extLst>
            </p:cNvPr>
            <p:cNvSpPr/>
            <p:nvPr/>
          </p:nvSpPr>
          <p:spPr>
            <a:xfrm>
              <a:off x="3142210" y="1280872"/>
              <a:ext cx="9049790" cy="1579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玩家框">
            <a:extLst>
              <a:ext uri="{FF2B5EF4-FFF2-40B4-BE49-F238E27FC236}">
                <a16:creationId xmlns:a16="http://schemas.microsoft.com/office/drawing/2014/main" id="{BF9FD90E-6FE4-9845-3562-225A83FBB573}"/>
              </a:ext>
            </a:extLst>
          </p:cNvPr>
          <p:cNvSpPr/>
          <p:nvPr/>
        </p:nvSpPr>
        <p:spPr>
          <a:xfrm>
            <a:off x="566057" y="341534"/>
            <a:ext cx="3142210" cy="1579418"/>
          </a:xfrm>
          <a:prstGeom prst="rect">
            <a:avLst/>
          </a:prstGeom>
          <a:gradFill>
            <a:gsLst>
              <a:gs pos="100000">
                <a:srgbClr val="F79B74"/>
              </a:gs>
              <a:gs pos="0">
                <a:srgbClr val="DB1200"/>
              </a:gs>
            </a:gsLst>
            <a:lin ang="5400000" scaled="1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判定信息">
            <a:extLst>
              <a:ext uri="{FF2B5EF4-FFF2-40B4-BE49-F238E27FC236}">
                <a16:creationId xmlns:a16="http://schemas.microsoft.com/office/drawing/2014/main" id="{4B5F13F0-D579-6034-039A-506BAC340936}"/>
              </a:ext>
            </a:extLst>
          </p:cNvPr>
          <p:cNvGrpSpPr/>
          <p:nvPr/>
        </p:nvGrpSpPr>
        <p:grpSpPr>
          <a:xfrm>
            <a:off x="566057" y="4049486"/>
            <a:ext cx="3052128" cy="2623458"/>
            <a:chOff x="2480717" y="1767113"/>
            <a:chExt cx="3052128" cy="262345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7CB921E-81BD-060D-1DA2-D6A0CD84391C}"/>
                </a:ext>
              </a:extLst>
            </p:cNvPr>
            <p:cNvSpPr/>
            <p:nvPr/>
          </p:nvSpPr>
          <p:spPr>
            <a:xfrm>
              <a:off x="2480717" y="1767113"/>
              <a:ext cx="3050903" cy="2623457"/>
            </a:xfrm>
            <a:prstGeom prst="roundRect">
              <a:avLst>
                <a:gd name="adj" fmla="val 8700"/>
              </a:avLst>
            </a:prstGeom>
            <a:solidFill>
              <a:srgbClr val="FEBD02"/>
            </a:solidFill>
            <a:ln w="317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1E6AB1D5-877A-80B0-5E2D-53A9F9DA774F}"/>
                </a:ext>
              </a:extLst>
            </p:cNvPr>
            <p:cNvSpPr/>
            <p:nvPr/>
          </p:nvSpPr>
          <p:spPr>
            <a:xfrm>
              <a:off x="2510971" y="1798864"/>
              <a:ext cx="2990397" cy="2562225"/>
            </a:xfrm>
            <a:prstGeom prst="roundRect">
              <a:avLst>
                <a:gd name="adj" fmla="val 7797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25B8C809-D42C-B46B-BB0E-BE45E8561038}"/>
                </a:ext>
              </a:extLst>
            </p:cNvPr>
            <p:cNvSpPr/>
            <p:nvPr/>
          </p:nvSpPr>
          <p:spPr>
            <a:xfrm>
              <a:off x="2481942" y="1767114"/>
              <a:ext cx="3050903" cy="2623457"/>
            </a:xfrm>
            <a:prstGeom prst="roundRect">
              <a:avLst>
                <a:gd name="adj" fmla="val 8700"/>
              </a:avLst>
            </a:prstGeom>
            <a:noFill/>
            <a:ln w="31750">
              <a:solidFill>
                <a:srgbClr val="0A0806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2" name="挡位条">
            <a:extLst>
              <a:ext uri="{FF2B5EF4-FFF2-40B4-BE49-F238E27FC236}">
                <a16:creationId xmlns:a16="http://schemas.microsoft.com/office/drawing/2014/main" id="{6752D236-987F-A0F7-92ED-6F4D4FBA1597}"/>
              </a:ext>
            </a:extLst>
          </p:cNvPr>
          <p:cNvGrpSpPr/>
          <p:nvPr/>
        </p:nvGrpSpPr>
        <p:grpSpPr>
          <a:xfrm>
            <a:off x="4567642" y="861241"/>
            <a:ext cx="6558058" cy="540003"/>
            <a:chOff x="2815754" y="3158996"/>
            <a:chExt cx="6558058" cy="540003"/>
          </a:xfrm>
        </p:grpSpPr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018F0DEF-7D3D-C039-6C4F-106DA91FFB3B}"/>
                </a:ext>
              </a:extLst>
            </p:cNvPr>
            <p:cNvGrpSpPr/>
            <p:nvPr/>
          </p:nvGrpSpPr>
          <p:grpSpPr>
            <a:xfrm>
              <a:off x="2815754" y="3158996"/>
              <a:ext cx="6555624" cy="540001"/>
              <a:chOff x="2818188" y="3158999"/>
              <a:chExt cx="6555624" cy="540001"/>
            </a:xfrm>
            <a:solidFill>
              <a:srgbClr val="0A0806"/>
            </a:solidFill>
          </p:grpSpPr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14138CFC-915E-F50C-E622-5409D1D7D523}"/>
                  </a:ext>
                </a:extLst>
              </p:cNvPr>
              <p:cNvGrpSpPr/>
              <p:nvPr/>
            </p:nvGrpSpPr>
            <p:grpSpPr>
              <a:xfrm>
                <a:off x="2818188" y="3159000"/>
                <a:ext cx="6555624" cy="540000"/>
                <a:chOff x="3760651" y="529772"/>
                <a:chExt cx="6555624" cy="540000"/>
              </a:xfrm>
              <a:grpFill/>
            </p:grpSpPr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1B428223-FE49-1246-E68C-5E73BA2449CA}"/>
                    </a:ext>
                  </a:extLst>
                </p:cNvPr>
                <p:cNvSpPr/>
                <p:nvPr/>
              </p:nvSpPr>
              <p:spPr>
                <a:xfrm>
                  <a:off x="4025783" y="700893"/>
                  <a:ext cx="6020492" cy="197757"/>
                </a:xfrm>
                <a:prstGeom prst="rect">
                  <a:avLst/>
                </a:prstGeom>
                <a:grpFill/>
                <a:ln w="292100">
                  <a:solidFill>
                    <a:srgbClr val="0A08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27" name="组合 126">
                  <a:extLst>
                    <a:ext uri="{FF2B5EF4-FFF2-40B4-BE49-F238E27FC236}">
                      <a16:creationId xmlns:a16="http://schemas.microsoft.com/office/drawing/2014/main" id="{3516291B-2910-EBB9-3A38-E2764ED14D7B}"/>
                    </a:ext>
                  </a:extLst>
                </p:cNvPr>
                <p:cNvGrpSpPr/>
                <p:nvPr/>
              </p:nvGrpSpPr>
              <p:grpSpPr>
                <a:xfrm>
                  <a:off x="3760651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40" name="椭圆 139">
                    <a:extLst>
                      <a:ext uri="{FF2B5EF4-FFF2-40B4-BE49-F238E27FC236}">
                        <a16:creationId xmlns:a16="http://schemas.microsoft.com/office/drawing/2014/main" id="{3A3F6CC1-337C-7CBE-D93B-CA5A77A26B9A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1" name="椭圆 140">
                    <a:extLst>
                      <a:ext uri="{FF2B5EF4-FFF2-40B4-BE49-F238E27FC236}">
                        <a16:creationId xmlns:a16="http://schemas.microsoft.com/office/drawing/2014/main" id="{A83AA699-0C61-F8C2-219A-4F0C9301F2FA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8" name="组合 127">
                  <a:extLst>
                    <a:ext uri="{FF2B5EF4-FFF2-40B4-BE49-F238E27FC236}">
                      <a16:creationId xmlns:a16="http://schemas.microsoft.com/office/drawing/2014/main" id="{44C6D30B-18CB-7743-07B3-D9AAEC14AB7E}"/>
                    </a:ext>
                  </a:extLst>
                </p:cNvPr>
                <p:cNvGrpSpPr/>
                <p:nvPr/>
              </p:nvGrpSpPr>
              <p:grpSpPr>
                <a:xfrm>
                  <a:off x="5266508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E66766FA-8DB1-6B51-04B2-14F65F75F19D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9" name="椭圆 138">
                    <a:extLst>
                      <a:ext uri="{FF2B5EF4-FFF2-40B4-BE49-F238E27FC236}">
                        <a16:creationId xmlns:a16="http://schemas.microsoft.com/office/drawing/2014/main" id="{9DC1EA4B-1194-9388-0FE0-DE8FF5850ABC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1E6D6F1D-507A-4657-91BD-37082666E016}"/>
                    </a:ext>
                  </a:extLst>
                </p:cNvPr>
                <p:cNvGrpSpPr/>
                <p:nvPr/>
              </p:nvGrpSpPr>
              <p:grpSpPr>
                <a:xfrm>
                  <a:off x="677236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36" name="椭圆 135">
                    <a:extLst>
                      <a:ext uri="{FF2B5EF4-FFF2-40B4-BE49-F238E27FC236}">
                        <a16:creationId xmlns:a16="http://schemas.microsoft.com/office/drawing/2014/main" id="{CB1A35F2-531B-BD64-B7EC-B0C214853A46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" name="椭圆 136">
                    <a:extLst>
                      <a:ext uri="{FF2B5EF4-FFF2-40B4-BE49-F238E27FC236}">
                        <a16:creationId xmlns:a16="http://schemas.microsoft.com/office/drawing/2014/main" id="{3A3988FB-7B63-D5FB-9B04-C288DC460582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30" name="组合 129">
                  <a:extLst>
                    <a:ext uri="{FF2B5EF4-FFF2-40B4-BE49-F238E27FC236}">
                      <a16:creationId xmlns:a16="http://schemas.microsoft.com/office/drawing/2014/main" id="{7D6AC3D3-6F28-E195-D27E-6835EF98D6C3}"/>
                    </a:ext>
                  </a:extLst>
                </p:cNvPr>
                <p:cNvGrpSpPr/>
                <p:nvPr/>
              </p:nvGrpSpPr>
              <p:grpSpPr>
                <a:xfrm>
                  <a:off x="8274320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34" name="椭圆 133">
                    <a:extLst>
                      <a:ext uri="{FF2B5EF4-FFF2-40B4-BE49-F238E27FC236}">
                        <a16:creationId xmlns:a16="http://schemas.microsoft.com/office/drawing/2014/main" id="{C6B65F9C-188B-B267-450B-00194F6B8379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5" name="椭圆 134">
                    <a:extLst>
                      <a:ext uri="{FF2B5EF4-FFF2-40B4-BE49-F238E27FC236}">
                        <a16:creationId xmlns:a16="http://schemas.microsoft.com/office/drawing/2014/main" id="{59C801D3-FA5B-7029-25F1-614CFDCC92DD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31" name="组合 130">
                  <a:extLst>
                    <a:ext uri="{FF2B5EF4-FFF2-40B4-BE49-F238E27FC236}">
                      <a16:creationId xmlns:a16="http://schemas.microsoft.com/office/drawing/2014/main" id="{91CA461A-187A-831E-C444-003A75E686FE}"/>
                    </a:ext>
                  </a:extLst>
                </p:cNvPr>
                <p:cNvGrpSpPr/>
                <p:nvPr/>
              </p:nvGrpSpPr>
              <p:grpSpPr>
                <a:xfrm>
                  <a:off x="977627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32" name="椭圆 131">
                    <a:extLst>
                      <a:ext uri="{FF2B5EF4-FFF2-40B4-BE49-F238E27FC236}">
                        <a16:creationId xmlns:a16="http://schemas.microsoft.com/office/drawing/2014/main" id="{B37179B2-C5F0-FC5A-8DA6-29F5F97CC859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3" name="椭圆 132">
                    <a:extLst>
                      <a:ext uri="{FF2B5EF4-FFF2-40B4-BE49-F238E27FC236}">
                        <a16:creationId xmlns:a16="http://schemas.microsoft.com/office/drawing/2014/main" id="{8C1AC0DE-2AA4-D1A7-4B1B-C4F0BE5B6A4F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45A2A095-3AE8-7964-4A41-98A43A75A594}"/>
                  </a:ext>
                </a:extLst>
              </p:cNvPr>
              <p:cNvGrpSpPr/>
              <p:nvPr/>
            </p:nvGrpSpPr>
            <p:grpSpPr>
              <a:xfrm>
                <a:off x="2818188" y="3158999"/>
                <a:ext cx="6555624" cy="540000"/>
                <a:chOff x="3760651" y="529772"/>
                <a:chExt cx="6555624" cy="540000"/>
              </a:xfrm>
              <a:grpFill/>
            </p:grpSpPr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4B9CBC7D-D409-1651-890B-52F4056F29C0}"/>
                    </a:ext>
                  </a:extLst>
                </p:cNvPr>
                <p:cNvSpPr/>
                <p:nvPr/>
              </p:nvSpPr>
              <p:spPr>
                <a:xfrm>
                  <a:off x="4025783" y="700893"/>
                  <a:ext cx="6020492" cy="197757"/>
                </a:xfrm>
                <a:prstGeom prst="rect">
                  <a:avLst/>
                </a:prstGeom>
                <a:grpFill/>
                <a:ln w="292100">
                  <a:solidFill>
                    <a:srgbClr val="0A08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11" name="组合 110">
                  <a:extLst>
                    <a:ext uri="{FF2B5EF4-FFF2-40B4-BE49-F238E27FC236}">
                      <a16:creationId xmlns:a16="http://schemas.microsoft.com/office/drawing/2014/main" id="{390130D9-7757-F668-2740-E357E8F4DC24}"/>
                    </a:ext>
                  </a:extLst>
                </p:cNvPr>
                <p:cNvGrpSpPr/>
                <p:nvPr/>
              </p:nvGrpSpPr>
              <p:grpSpPr>
                <a:xfrm>
                  <a:off x="3760651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24" name="椭圆 123">
                    <a:extLst>
                      <a:ext uri="{FF2B5EF4-FFF2-40B4-BE49-F238E27FC236}">
                        <a16:creationId xmlns:a16="http://schemas.microsoft.com/office/drawing/2014/main" id="{EA91B03C-25B8-B537-BF81-D149711B9363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4F724EF6-1DEA-C11D-6E0F-1C6947926E84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2" name="组合 111">
                  <a:extLst>
                    <a:ext uri="{FF2B5EF4-FFF2-40B4-BE49-F238E27FC236}">
                      <a16:creationId xmlns:a16="http://schemas.microsoft.com/office/drawing/2014/main" id="{BDAF257B-9D36-E45C-AE72-363AAA317032}"/>
                    </a:ext>
                  </a:extLst>
                </p:cNvPr>
                <p:cNvGrpSpPr/>
                <p:nvPr/>
              </p:nvGrpSpPr>
              <p:grpSpPr>
                <a:xfrm>
                  <a:off x="5266508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22" name="椭圆 121">
                    <a:extLst>
                      <a:ext uri="{FF2B5EF4-FFF2-40B4-BE49-F238E27FC236}">
                        <a16:creationId xmlns:a16="http://schemas.microsoft.com/office/drawing/2014/main" id="{FFDC4171-9E93-A8BA-93C5-03D854AA2F2E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74C13E07-344A-274A-8023-8CC8FAE4BF9F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3" name="组合 112">
                  <a:extLst>
                    <a:ext uri="{FF2B5EF4-FFF2-40B4-BE49-F238E27FC236}">
                      <a16:creationId xmlns:a16="http://schemas.microsoft.com/office/drawing/2014/main" id="{07E6D963-28F5-62C3-5AE7-E5D3411DB20D}"/>
                    </a:ext>
                  </a:extLst>
                </p:cNvPr>
                <p:cNvGrpSpPr/>
                <p:nvPr/>
              </p:nvGrpSpPr>
              <p:grpSpPr>
                <a:xfrm>
                  <a:off x="677236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20" name="椭圆 119">
                    <a:extLst>
                      <a:ext uri="{FF2B5EF4-FFF2-40B4-BE49-F238E27FC236}">
                        <a16:creationId xmlns:a16="http://schemas.microsoft.com/office/drawing/2014/main" id="{26B529AA-3DCF-E20F-DB41-BA69990703F8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1" name="椭圆 120">
                    <a:extLst>
                      <a:ext uri="{FF2B5EF4-FFF2-40B4-BE49-F238E27FC236}">
                        <a16:creationId xmlns:a16="http://schemas.microsoft.com/office/drawing/2014/main" id="{F0C4D801-4DC2-1821-88C1-88B8406EFE2B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4" name="组合 113">
                  <a:extLst>
                    <a:ext uri="{FF2B5EF4-FFF2-40B4-BE49-F238E27FC236}">
                      <a16:creationId xmlns:a16="http://schemas.microsoft.com/office/drawing/2014/main" id="{7F910299-00E2-5AA1-AC1D-BB7684890D0E}"/>
                    </a:ext>
                  </a:extLst>
                </p:cNvPr>
                <p:cNvGrpSpPr/>
                <p:nvPr/>
              </p:nvGrpSpPr>
              <p:grpSpPr>
                <a:xfrm>
                  <a:off x="8274320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18" name="椭圆 117">
                    <a:extLst>
                      <a:ext uri="{FF2B5EF4-FFF2-40B4-BE49-F238E27FC236}">
                        <a16:creationId xmlns:a16="http://schemas.microsoft.com/office/drawing/2014/main" id="{80594165-0943-7757-585D-28C8BB069D40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9" name="椭圆 118">
                    <a:extLst>
                      <a:ext uri="{FF2B5EF4-FFF2-40B4-BE49-F238E27FC236}">
                        <a16:creationId xmlns:a16="http://schemas.microsoft.com/office/drawing/2014/main" id="{9B9B9641-60E9-9F86-6BBA-0B6ACDBFA39A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B1F90341-AE6F-E7CE-DE92-DDEF0B1E518A}"/>
                    </a:ext>
                  </a:extLst>
                </p:cNvPr>
                <p:cNvGrpSpPr/>
                <p:nvPr/>
              </p:nvGrpSpPr>
              <p:grpSpPr>
                <a:xfrm>
                  <a:off x="977627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16" name="椭圆 115">
                    <a:extLst>
                      <a:ext uri="{FF2B5EF4-FFF2-40B4-BE49-F238E27FC236}">
                        <a16:creationId xmlns:a16="http://schemas.microsoft.com/office/drawing/2014/main" id="{A7E56979-9BEE-6DA5-1F08-E95A930EC831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7" name="椭圆 116">
                    <a:extLst>
                      <a:ext uri="{FF2B5EF4-FFF2-40B4-BE49-F238E27FC236}">
                        <a16:creationId xmlns:a16="http://schemas.microsoft.com/office/drawing/2014/main" id="{CB0975BA-5D68-E495-F6D3-FD7B8D9D6C43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92100">
                    <a:solidFill>
                      <a:srgbClr val="0A08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3437AC51-1335-6DFF-5EC0-6E3F6E62BB54}"/>
                </a:ext>
              </a:extLst>
            </p:cNvPr>
            <p:cNvGrpSpPr/>
            <p:nvPr/>
          </p:nvGrpSpPr>
          <p:grpSpPr>
            <a:xfrm>
              <a:off x="2818188" y="3158998"/>
              <a:ext cx="6555624" cy="540001"/>
              <a:chOff x="2818188" y="3158999"/>
              <a:chExt cx="6555624" cy="540001"/>
            </a:xfrm>
            <a:solidFill>
              <a:srgbClr val="0A0806"/>
            </a:solidFill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F573C480-B632-7F7D-2563-E891C5E9C64C}"/>
                  </a:ext>
                </a:extLst>
              </p:cNvPr>
              <p:cNvGrpSpPr/>
              <p:nvPr/>
            </p:nvGrpSpPr>
            <p:grpSpPr>
              <a:xfrm>
                <a:off x="2818188" y="3159000"/>
                <a:ext cx="6555624" cy="540000"/>
                <a:chOff x="3760651" y="529772"/>
                <a:chExt cx="6555624" cy="540000"/>
              </a:xfrm>
              <a:grpFill/>
            </p:grpSpPr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4A7F28B3-24A8-53D3-C4A5-89C13E30BC11}"/>
                    </a:ext>
                  </a:extLst>
                </p:cNvPr>
                <p:cNvSpPr/>
                <p:nvPr/>
              </p:nvSpPr>
              <p:spPr>
                <a:xfrm>
                  <a:off x="4025783" y="700893"/>
                  <a:ext cx="6020492" cy="197757"/>
                </a:xfrm>
                <a:prstGeom prst="rect">
                  <a:avLst/>
                </a:prstGeom>
                <a:grpFill/>
                <a:ln w="228600">
                  <a:solidFill>
                    <a:srgbClr val="E8D2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92" name="组合 91">
                  <a:extLst>
                    <a:ext uri="{FF2B5EF4-FFF2-40B4-BE49-F238E27FC236}">
                      <a16:creationId xmlns:a16="http://schemas.microsoft.com/office/drawing/2014/main" id="{9A8949C8-BD6D-66B7-94C7-F20BF3DC6833}"/>
                    </a:ext>
                  </a:extLst>
                </p:cNvPr>
                <p:cNvGrpSpPr/>
                <p:nvPr/>
              </p:nvGrpSpPr>
              <p:grpSpPr>
                <a:xfrm>
                  <a:off x="3760651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05" name="椭圆 104">
                    <a:extLst>
                      <a:ext uri="{FF2B5EF4-FFF2-40B4-BE49-F238E27FC236}">
                        <a16:creationId xmlns:a16="http://schemas.microsoft.com/office/drawing/2014/main" id="{56872274-1B79-F514-EDEC-C11C28260BE0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6" name="椭圆 105">
                    <a:extLst>
                      <a:ext uri="{FF2B5EF4-FFF2-40B4-BE49-F238E27FC236}">
                        <a16:creationId xmlns:a16="http://schemas.microsoft.com/office/drawing/2014/main" id="{F95F138A-103B-25DD-D74A-D657E4B45720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3" name="组合 92">
                  <a:extLst>
                    <a:ext uri="{FF2B5EF4-FFF2-40B4-BE49-F238E27FC236}">
                      <a16:creationId xmlns:a16="http://schemas.microsoft.com/office/drawing/2014/main" id="{A920C558-11C6-E13A-0D9D-C7AAC65B30A7}"/>
                    </a:ext>
                  </a:extLst>
                </p:cNvPr>
                <p:cNvGrpSpPr/>
                <p:nvPr/>
              </p:nvGrpSpPr>
              <p:grpSpPr>
                <a:xfrm>
                  <a:off x="5266508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03" name="椭圆 102">
                    <a:extLst>
                      <a:ext uri="{FF2B5EF4-FFF2-40B4-BE49-F238E27FC236}">
                        <a16:creationId xmlns:a16="http://schemas.microsoft.com/office/drawing/2014/main" id="{5BF2E39E-A46A-A7F4-26C5-C63E3C1AADDA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" name="椭圆 103">
                    <a:extLst>
                      <a:ext uri="{FF2B5EF4-FFF2-40B4-BE49-F238E27FC236}">
                        <a16:creationId xmlns:a16="http://schemas.microsoft.com/office/drawing/2014/main" id="{F6E71AD4-AE15-9C67-F21E-5AB24BB79085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4" name="组合 93">
                  <a:extLst>
                    <a:ext uri="{FF2B5EF4-FFF2-40B4-BE49-F238E27FC236}">
                      <a16:creationId xmlns:a16="http://schemas.microsoft.com/office/drawing/2014/main" id="{E3F2774C-4327-AEB2-3E87-BE4968606117}"/>
                    </a:ext>
                  </a:extLst>
                </p:cNvPr>
                <p:cNvGrpSpPr/>
                <p:nvPr/>
              </p:nvGrpSpPr>
              <p:grpSpPr>
                <a:xfrm>
                  <a:off x="677236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101" name="椭圆 100">
                    <a:extLst>
                      <a:ext uri="{FF2B5EF4-FFF2-40B4-BE49-F238E27FC236}">
                        <a16:creationId xmlns:a16="http://schemas.microsoft.com/office/drawing/2014/main" id="{BFE09A8B-DE46-3E79-188B-1C9B92DAAC2D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2" name="椭圆 101">
                    <a:extLst>
                      <a:ext uri="{FF2B5EF4-FFF2-40B4-BE49-F238E27FC236}">
                        <a16:creationId xmlns:a16="http://schemas.microsoft.com/office/drawing/2014/main" id="{CCFB196B-860E-9DB8-762B-14F9CF189AF2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5" name="组合 94">
                  <a:extLst>
                    <a:ext uri="{FF2B5EF4-FFF2-40B4-BE49-F238E27FC236}">
                      <a16:creationId xmlns:a16="http://schemas.microsoft.com/office/drawing/2014/main" id="{9E2F21E7-970D-3D9E-5E6B-E42CC32B9149}"/>
                    </a:ext>
                  </a:extLst>
                </p:cNvPr>
                <p:cNvGrpSpPr/>
                <p:nvPr/>
              </p:nvGrpSpPr>
              <p:grpSpPr>
                <a:xfrm>
                  <a:off x="8274320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99" name="椭圆 98">
                    <a:extLst>
                      <a:ext uri="{FF2B5EF4-FFF2-40B4-BE49-F238E27FC236}">
                        <a16:creationId xmlns:a16="http://schemas.microsoft.com/office/drawing/2014/main" id="{19B883FB-2B54-631D-5243-7FF0F96BB1E9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椭圆 99">
                    <a:extLst>
                      <a:ext uri="{FF2B5EF4-FFF2-40B4-BE49-F238E27FC236}">
                        <a16:creationId xmlns:a16="http://schemas.microsoft.com/office/drawing/2014/main" id="{17A3C6F9-4299-8F44-9644-0A6A7A677AAC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6" name="组合 95">
                  <a:extLst>
                    <a:ext uri="{FF2B5EF4-FFF2-40B4-BE49-F238E27FC236}">
                      <a16:creationId xmlns:a16="http://schemas.microsoft.com/office/drawing/2014/main" id="{EF1A2875-22BE-1123-506A-1A7635A2B551}"/>
                    </a:ext>
                  </a:extLst>
                </p:cNvPr>
                <p:cNvGrpSpPr/>
                <p:nvPr/>
              </p:nvGrpSpPr>
              <p:grpSpPr>
                <a:xfrm>
                  <a:off x="977627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97" name="椭圆 96">
                    <a:extLst>
                      <a:ext uri="{FF2B5EF4-FFF2-40B4-BE49-F238E27FC236}">
                        <a16:creationId xmlns:a16="http://schemas.microsoft.com/office/drawing/2014/main" id="{E8F837AA-D536-51DB-2FF5-B29C0B90557F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椭圆 97">
                    <a:extLst>
                      <a:ext uri="{FF2B5EF4-FFF2-40B4-BE49-F238E27FC236}">
                        <a16:creationId xmlns:a16="http://schemas.microsoft.com/office/drawing/2014/main" id="{1F1DACD1-B0A9-E6D0-642E-91235B6BF369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0C3C662A-8134-FBE8-F4CA-08B06F7EF937}"/>
                  </a:ext>
                </a:extLst>
              </p:cNvPr>
              <p:cNvGrpSpPr/>
              <p:nvPr/>
            </p:nvGrpSpPr>
            <p:grpSpPr>
              <a:xfrm>
                <a:off x="2818188" y="3158999"/>
                <a:ext cx="6555624" cy="540000"/>
                <a:chOff x="3760651" y="529772"/>
                <a:chExt cx="6555624" cy="540000"/>
              </a:xfrm>
              <a:grpFill/>
            </p:grpSpPr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A5184A6C-0852-008E-29A8-71FE9DB5A085}"/>
                    </a:ext>
                  </a:extLst>
                </p:cNvPr>
                <p:cNvSpPr/>
                <p:nvPr/>
              </p:nvSpPr>
              <p:spPr>
                <a:xfrm>
                  <a:off x="4025783" y="700893"/>
                  <a:ext cx="6020492" cy="197757"/>
                </a:xfrm>
                <a:prstGeom prst="rect">
                  <a:avLst/>
                </a:prstGeom>
                <a:grpFill/>
                <a:ln w="228600">
                  <a:solidFill>
                    <a:srgbClr val="E8D2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358071FB-D6BB-29A7-6746-27A26E01D87D}"/>
                    </a:ext>
                  </a:extLst>
                </p:cNvPr>
                <p:cNvGrpSpPr/>
                <p:nvPr/>
              </p:nvGrpSpPr>
              <p:grpSpPr>
                <a:xfrm>
                  <a:off x="3760651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89" name="椭圆 88">
                    <a:extLst>
                      <a:ext uri="{FF2B5EF4-FFF2-40B4-BE49-F238E27FC236}">
                        <a16:creationId xmlns:a16="http://schemas.microsoft.com/office/drawing/2014/main" id="{766FFCA7-7220-06BC-0EEF-C50A4DBF08A2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0" name="椭圆 89">
                    <a:extLst>
                      <a:ext uri="{FF2B5EF4-FFF2-40B4-BE49-F238E27FC236}">
                        <a16:creationId xmlns:a16="http://schemas.microsoft.com/office/drawing/2014/main" id="{4D2A63E7-E7E6-BDB5-E269-104FA5F4C00F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D3AEAAE3-F912-4AA9-08EB-715E89DDFBB8}"/>
                    </a:ext>
                  </a:extLst>
                </p:cNvPr>
                <p:cNvGrpSpPr/>
                <p:nvPr/>
              </p:nvGrpSpPr>
              <p:grpSpPr>
                <a:xfrm>
                  <a:off x="5266508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87" name="椭圆 86">
                    <a:extLst>
                      <a:ext uri="{FF2B5EF4-FFF2-40B4-BE49-F238E27FC236}">
                        <a16:creationId xmlns:a16="http://schemas.microsoft.com/office/drawing/2014/main" id="{CCB05384-E16F-A22D-AB2B-4E5B4DF0BD7F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8" name="椭圆 87">
                    <a:extLst>
                      <a:ext uri="{FF2B5EF4-FFF2-40B4-BE49-F238E27FC236}">
                        <a16:creationId xmlns:a16="http://schemas.microsoft.com/office/drawing/2014/main" id="{870697AF-252E-F1A1-C2DF-58DA12503711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" name="组合 77">
                  <a:extLst>
                    <a:ext uri="{FF2B5EF4-FFF2-40B4-BE49-F238E27FC236}">
                      <a16:creationId xmlns:a16="http://schemas.microsoft.com/office/drawing/2014/main" id="{DB1A5948-021D-CB9D-0130-A1C3882C91A1}"/>
                    </a:ext>
                  </a:extLst>
                </p:cNvPr>
                <p:cNvGrpSpPr/>
                <p:nvPr/>
              </p:nvGrpSpPr>
              <p:grpSpPr>
                <a:xfrm>
                  <a:off x="677236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85" name="椭圆 84">
                    <a:extLst>
                      <a:ext uri="{FF2B5EF4-FFF2-40B4-BE49-F238E27FC236}">
                        <a16:creationId xmlns:a16="http://schemas.microsoft.com/office/drawing/2014/main" id="{0F4734D4-A2F4-585A-B60F-CB5F186CBF99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椭圆 85">
                    <a:extLst>
                      <a:ext uri="{FF2B5EF4-FFF2-40B4-BE49-F238E27FC236}">
                        <a16:creationId xmlns:a16="http://schemas.microsoft.com/office/drawing/2014/main" id="{E1009CE7-F553-06BC-D7DB-1E3C99DCF89B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" name="组合 78">
                  <a:extLst>
                    <a:ext uri="{FF2B5EF4-FFF2-40B4-BE49-F238E27FC236}">
                      <a16:creationId xmlns:a16="http://schemas.microsoft.com/office/drawing/2014/main" id="{D4F6B363-4ADE-F515-7D26-6826CAE21D12}"/>
                    </a:ext>
                  </a:extLst>
                </p:cNvPr>
                <p:cNvGrpSpPr/>
                <p:nvPr/>
              </p:nvGrpSpPr>
              <p:grpSpPr>
                <a:xfrm>
                  <a:off x="8274320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7A4BC333-64C5-4C2E-6E0F-28A936A27713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" name="椭圆 83">
                    <a:extLst>
                      <a:ext uri="{FF2B5EF4-FFF2-40B4-BE49-F238E27FC236}">
                        <a16:creationId xmlns:a16="http://schemas.microsoft.com/office/drawing/2014/main" id="{689F886D-2F5D-E35B-5CC1-5830383A1138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id="{3FFB28BF-BA34-6A05-E120-4EA93D208B9C}"/>
                    </a:ext>
                  </a:extLst>
                </p:cNvPr>
                <p:cNvGrpSpPr/>
                <p:nvPr/>
              </p:nvGrpSpPr>
              <p:grpSpPr>
                <a:xfrm>
                  <a:off x="977627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81" name="椭圆 80">
                    <a:extLst>
                      <a:ext uri="{FF2B5EF4-FFF2-40B4-BE49-F238E27FC236}">
                        <a16:creationId xmlns:a16="http://schemas.microsoft.com/office/drawing/2014/main" id="{338A0955-FF16-1B0B-278B-8F3B0C262DFA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" name="椭圆 81">
                    <a:extLst>
                      <a:ext uri="{FF2B5EF4-FFF2-40B4-BE49-F238E27FC236}">
                        <a16:creationId xmlns:a16="http://schemas.microsoft.com/office/drawing/2014/main" id="{D8A13774-9192-60B6-4497-D83A05149B53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228600">
                    <a:solidFill>
                      <a:srgbClr val="E8D2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BE520B5-5688-E79F-7A32-68C53126B1F7}"/>
                </a:ext>
              </a:extLst>
            </p:cNvPr>
            <p:cNvGrpSpPr/>
            <p:nvPr/>
          </p:nvGrpSpPr>
          <p:grpSpPr>
            <a:xfrm>
              <a:off x="2818188" y="3158997"/>
              <a:ext cx="6555624" cy="540001"/>
              <a:chOff x="2818188" y="3158999"/>
              <a:chExt cx="6555624" cy="540001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FBF50C42-253F-D255-1A43-4B3F84FB72EC}"/>
                  </a:ext>
                </a:extLst>
              </p:cNvPr>
              <p:cNvGrpSpPr/>
              <p:nvPr/>
            </p:nvGrpSpPr>
            <p:grpSpPr>
              <a:xfrm>
                <a:off x="2818188" y="3159000"/>
                <a:ext cx="6555624" cy="540000"/>
                <a:chOff x="3760651" y="529772"/>
                <a:chExt cx="6555624" cy="540000"/>
              </a:xfrm>
              <a:solidFill>
                <a:srgbClr val="0A0806"/>
              </a:solidFill>
            </p:grpSpPr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07287FBB-A585-01A5-9981-30A561879FA4}"/>
                    </a:ext>
                  </a:extLst>
                </p:cNvPr>
                <p:cNvSpPr/>
                <p:nvPr/>
              </p:nvSpPr>
              <p:spPr>
                <a:xfrm>
                  <a:off x="4025783" y="700893"/>
                  <a:ext cx="6020492" cy="197757"/>
                </a:xfrm>
                <a:prstGeom prst="rect">
                  <a:avLst/>
                </a:prstGeom>
                <a:grp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90CAD457-8217-AFDB-E922-3ABB2EC3BD59}"/>
                    </a:ext>
                  </a:extLst>
                </p:cNvPr>
                <p:cNvGrpSpPr/>
                <p:nvPr/>
              </p:nvGrpSpPr>
              <p:grpSpPr>
                <a:xfrm>
                  <a:off x="3760651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60" name="椭圆 59">
                    <a:extLst>
                      <a:ext uri="{FF2B5EF4-FFF2-40B4-BE49-F238E27FC236}">
                        <a16:creationId xmlns:a16="http://schemas.microsoft.com/office/drawing/2014/main" id="{5522E396-81D1-27EF-EC21-D0D6B94BE361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" name="椭圆 60">
                    <a:extLst>
                      <a:ext uri="{FF2B5EF4-FFF2-40B4-BE49-F238E27FC236}">
                        <a16:creationId xmlns:a16="http://schemas.microsoft.com/office/drawing/2014/main" id="{18C4137B-F4D7-22AA-881B-7DBD6CD9766F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DEB485D6-45BE-48C5-7956-38534791B2B8}"/>
                    </a:ext>
                  </a:extLst>
                </p:cNvPr>
                <p:cNvGrpSpPr/>
                <p:nvPr/>
              </p:nvGrpSpPr>
              <p:grpSpPr>
                <a:xfrm>
                  <a:off x="5266508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58" name="椭圆 57">
                    <a:extLst>
                      <a:ext uri="{FF2B5EF4-FFF2-40B4-BE49-F238E27FC236}">
                        <a16:creationId xmlns:a16="http://schemas.microsoft.com/office/drawing/2014/main" id="{CE53038F-0B6E-8E61-917E-25C7962D5056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椭圆 58">
                    <a:extLst>
                      <a:ext uri="{FF2B5EF4-FFF2-40B4-BE49-F238E27FC236}">
                        <a16:creationId xmlns:a16="http://schemas.microsoft.com/office/drawing/2014/main" id="{1AD070CC-B445-C885-4AF1-BE59963D6A22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C7A2BE15-9452-B392-E150-3F070F907006}"/>
                    </a:ext>
                  </a:extLst>
                </p:cNvPr>
                <p:cNvGrpSpPr/>
                <p:nvPr/>
              </p:nvGrpSpPr>
              <p:grpSpPr>
                <a:xfrm>
                  <a:off x="677236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56" name="椭圆 55">
                    <a:extLst>
                      <a:ext uri="{FF2B5EF4-FFF2-40B4-BE49-F238E27FC236}">
                        <a16:creationId xmlns:a16="http://schemas.microsoft.com/office/drawing/2014/main" id="{FC05F613-16F9-C628-EE14-1DA0CDD84F94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" name="椭圆 56">
                    <a:extLst>
                      <a:ext uri="{FF2B5EF4-FFF2-40B4-BE49-F238E27FC236}">
                        <a16:creationId xmlns:a16="http://schemas.microsoft.com/office/drawing/2014/main" id="{6C4ACB52-B736-6443-4218-FE9EC989879E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1326C275-1460-9F49-D090-0531921AB20F}"/>
                    </a:ext>
                  </a:extLst>
                </p:cNvPr>
                <p:cNvGrpSpPr/>
                <p:nvPr/>
              </p:nvGrpSpPr>
              <p:grpSpPr>
                <a:xfrm>
                  <a:off x="8274320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54" name="椭圆 53">
                    <a:extLst>
                      <a:ext uri="{FF2B5EF4-FFF2-40B4-BE49-F238E27FC236}">
                        <a16:creationId xmlns:a16="http://schemas.microsoft.com/office/drawing/2014/main" id="{C608B474-FF3C-6321-A607-778E6F8EEFC4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8B079742-51F1-C59A-0996-E40B766C6032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1" name="组合 50">
                  <a:extLst>
                    <a:ext uri="{FF2B5EF4-FFF2-40B4-BE49-F238E27FC236}">
                      <a16:creationId xmlns:a16="http://schemas.microsoft.com/office/drawing/2014/main" id="{5FF3BEA1-393D-D72F-AFD4-D43FE8B56854}"/>
                    </a:ext>
                  </a:extLst>
                </p:cNvPr>
                <p:cNvGrpSpPr/>
                <p:nvPr/>
              </p:nvGrpSpPr>
              <p:grpSpPr>
                <a:xfrm>
                  <a:off x="9776275" y="529772"/>
                  <a:ext cx="540000" cy="540000"/>
                  <a:chOff x="3760651" y="529772"/>
                  <a:chExt cx="540000" cy="540000"/>
                </a:xfrm>
                <a:grpFill/>
              </p:grpSpPr>
              <p:sp>
                <p:nvSpPr>
                  <p:cNvPr id="52" name="椭圆 51">
                    <a:extLst>
                      <a:ext uri="{FF2B5EF4-FFF2-40B4-BE49-F238E27FC236}">
                        <a16:creationId xmlns:a16="http://schemas.microsoft.com/office/drawing/2014/main" id="{756A0873-E64F-6C4B-6B34-7E8979DD4DEA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" name="椭圆 52">
                    <a:extLst>
                      <a:ext uri="{FF2B5EF4-FFF2-40B4-BE49-F238E27FC236}">
                        <a16:creationId xmlns:a16="http://schemas.microsoft.com/office/drawing/2014/main" id="{EFF74238-CCE7-D351-95AC-F77FF423DC18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grpFill/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2C813DA9-0E59-DA93-B42D-5BD1161F7E7A}"/>
                  </a:ext>
                </a:extLst>
              </p:cNvPr>
              <p:cNvGrpSpPr/>
              <p:nvPr/>
            </p:nvGrpSpPr>
            <p:grpSpPr>
              <a:xfrm>
                <a:off x="2818188" y="3158999"/>
                <a:ext cx="6555624" cy="540000"/>
                <a:chOff x="3760651" y="529772"/>
                <a:chExt cx="6555624" cy="540000"/>
              </a:xfrm>
            </p:grpSpPr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17B054BF-B455-22A5-18B8-F9573020660B}"/>
                    </a:ext>
                  </a:extLst>
                </p:cNvPr>
                <p:cNvSpPr/>
                <p:nvPr/>
              </p:nvSpPr>
              <p:spPr>
                <a:xfrm>
                  <a:off x="4025783" y="700893"/>
                  <a:ext cx="6020492" cy="197757"/>
                </a:xfrm>
                <a:prstGeom prst="rect">
                  <a:avLst/>
                </a:prstGeom>
                <a:solidFill>
                  <a:srgbClr val="64130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D85BE758-F48D-C10D-87E0-A00527132F81}"/>
                    </a:ext>
                  </a:extLst>
                </p:cNvPr>
                <p:cNvGrpSpPr/>
                <p:nvPr/>
              </p:nvGrpSpPr>
              <p:grpSpPr>
                <a:xfrm>
                  <a:off x="3760651" y="529772"/>
                  <a:ext cx="540000" cy="540000"/>
                  <a:chOff x="3760651" y="529772"/>
                  <a:chExt cx="540000" cy="540000"/>
                </a:xfrm>
              </p:grpSpPr>
              <p:sp>
                <p:nvSpPr>
                  <p:cNvPr id="44" name="椭圆 43">
                    <a:extLst>
                      <a:ext uri="{FF2B5EF4-FFF2-40B4-BE49-F238E27FC236}">
                        <a16:creationId xmlns:a16="http://schemas.microsoft.com/office/drawing/2014/main" id="{18AB1522-8FA3-C9D6-D1BB-74ED7FAED05E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solidFill>
                    <a:srgbClr val="64130F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" name="椭圆 44">
                    <a:extLst>
                      <a:ext uri="{FF2B5EF4-FFF2-40B4-BE49-F238E27FC236}">
                        <a16:creationId xmlns:a16="http://schemas.microsoft.com/office/drawing/2014/main" id="{E22C1B8A-F865-819F-3B38-A381CC605429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solidFill>
                    <a:srgbClr val="D1A73B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8D0636DD-8962-8B75-4F76-F4D492D07862}"/>
                    </a:ext>
                  </a:extLst>
                </p:cNvPr>
                <p:cNvGrpSpPr/>
                <p:nvPr/>
              </p:nvGrpSpPr>
              <p:grpSpPr>
                <a:xfrm>
                  <a:off x="5266508" y="529772"/>
                  <a:ext cx="540000" cy="540000"/>
                  <a:chOff x="3760651" y="529772"/>
                  <a:chExt cx="540000" cy="540000"/>
                </a:xfrm>
              </p:grpSpPr>
              <p:sp>
                <p:nvSpPr>
                  <p:cNvPr id="42" name="椭圆 41">
                    <a:extLst>
                      <a:ext uri="{FF2B5EF4-FFF2-40B4-BE49-F238E27FC236}">
                        <a16:creationId xmlns:a16="http://schemas.microsoft.com/office/drawing/2014/main" id="{D70BCEEF-E6D5-BF5A-C7A5-16FAC1BFC934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solidFill>
                    <a:srgbClr val="64130F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" name="椭圆 42">
                    <a:extLst>
                      <a:ext uri="{FF2B5EF4-FFF2-40B4-BE49-F238E27FC236}">
                        <a16:creationId xmlns:a16="http://schemas.microsoft.com/office/drawing/2014/main" id="{1950FFD2-18E6-DF39-746A-E6BA44B10B62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solidFill>
                    <a:srgbClr val="D1A73B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2" name="组合 31">
                  <a:extLst>
                    <a:ext uri="{FF2B5EF4-FFF2-40B4-BE49-F238E27FC236}">
                      <a16:creationId xmlns:a16="http://schemas.microsoft.com/office/drawing/2014/main" id="{6BC59B9D-389C-675B-89D2-4F0764157FD3}"/>
                    </a:ext>
                  </a:extLst>
                </p:cNvPr>
                <p:cNvGrpSpPr/>
                <p:nvPr/>
              </p:nvGrpSpPr>
              <p:grpSpPr>
                <a:xfrm>
                  <a:off x="6772365" y="529772"/>
                  <a:ext cx="540000" cy="540000"/>
                  <a:chOff x="3760651" y="529772"/>
                  <a:chExt cx="540000" cy="540000"/>
                </a:xfrm>
              </p:grpSpPr>
              <p:sp>
                <p:nvSpPr>
                  <p:cNvPr id="40" name="椭圆 39">
                    <a:extLst>
                      <a:ext uri="{FF2B5EF4-FFF2-40B4-BE49-F238E27FC236}">
                        <a16:creationId xmlns:a16="http://schemas.microsoft.com/office/drawing/2014/main" id="{B9F0FFBE-D30A-781B-79F5-E08102F3DC2A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solidFill>
                    <a:srgbClr val="64130F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" name="椭圆 40">
                    <a:extLst>
                      <a:ext uri="{FF2B5EF4-FFF2-40B4-BE49-F238E27FC236}">
                        <a16:creationId xmlns:a16="http://schemas.microsoft.com/office/drawing/2014/main" id="{E8055EC8-EA06-8B26-5F34-0D8724A2B05A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solidFill>
                    <a:srgbClr val="D1A73B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C3DD34DF-186A-645C-1F00-D7DF35B3C9C9}"/>
                    </a:ext>
                  </a:extLst>
                </p:cNvPr>
                <p:cNvGrpSpPr/>
                <p:nvPr/>
              </p:nvGrpSpPr>
              <p:grpSpPr>
                <a:xfrm>
                  <a:off x="8274320" y="529772"/>
                  <a:ext cx="540000" cy="540000"/>
                  <a:chOff x="3760651" y="529772"/>
                  <a:chExt cx="540000" cy="540000"/>
                </a:xfrm>
              </p:grpSpPr>
              <p:sp>
                <p:nvSpPr>
                  <p:cNvPr id="37" name="椭圆 36">
                    <a:extLst>
                      <a:ext uri="{FF2B5EF4-FFF2-40B4-BE49-F238E27FC236}">
                        <a16:creationId xmlns:a16="http://schemas.microsoft.com/office/drawing/2014/main" id="{D15AF946-7513-0209-658B-ECAAACF9555C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solidFill>
                    <a:srgbClr val="64130F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" name="椭圆 37">
                    <a:extLst>
                      <a:ext uri="{FF2B5EF4-FFF2-40B4-BE49-F238E27FC236}">
                        <a16:creationId xmlns:a16="http://schemas.microsoft.com/office/drawing/2014/main" id="{3EB8B2BB-195D-0167-46F9-28F1C80B4005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solidFill>
                    <a:srgbClr val="D1A73B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4" name="组合 33">
                  <a:extLst>
                    <a:ext uri="{FF2B5EF4-FFF2-40B4-BE49-F238E27FC236}">
                      <a16:creationId xmlns:a16="http://schemas.microsoft.com/office/drawing/2014/main" id="{F947690D-1263-B54E-7AB4-2BC6A01A8D65}"/>
                    </a:ext>
                  </a:extLst>
                </p:cNvPr>
                <p:cNvGrpSpPr/>
                <p:nvPr/>
              </p:nvGrpSpPr>
              <p:grpSpPr>
                <a:xfrm>
                  <a:off x="9776275" y="529772"/>
                  <a:ext cx="540000" cy="540000"/>
                  <a:chOff x="3760651" y="529772"/>
                  <a:chExt cx="540000" cy="540000"/>
                </a:xfrm>
              </p:grpSpPr>
              <p:sp>
                <p:nvSpPr>
                  <p:cNvPr id="35" name="椭圆 34">
                    <a:extLst>
                      <a:ext uri="{FF2B5EF4-FFF2-40B4-BE49-F238E27FC236}">
                        <a16:creationId xmlns:a16="http://schemas.microsoft.com/office/drawing/2014/main" id="{E367A43C-D148-7D23-EEE5-40AD0C80ABFD}"/>
                      </a:ext>
                    </a:extLst>
                  </p:cNvPr>
                  <p:cNvSpPr/>
                  <p:nvPr/>
                </p:nvSpPr>
                <p:spPr>
                  <a:xfrm>
                    <a:off x="3760651" y="529772"/>
                    <a:ext cx="540000" cy="540000"/>
                  </a:xfrm>
                  <a:prstGeom prst="ellipse">
                    <a:avLst/>
                  </a:prstGeom>
                  <a:solidFill>
                    <a:srgbClr val="64130F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" name="椭圆 35">
                    <a:extLst>
                      <a:ext uri="{FF2B5EF4-FFF2-40B4-BE49-F238E27FC236}">
                        <a16:creationId xmlns:a16="http://schemas.microsoft.com/office/drawing/2014/main" id="{C563B1E5-14DA-F094-901A-4A2BA70A5760}"/>
                      </a:ext>
                    </a:extLst>
                  </p:cNvPr>
                  <p:cNvSpPr/>
                  <p:nvPr/>
                </p:nvSpPr>
                <p:spPr>
                  <a:xfrm>
                    <a:off x="3850651" y="619772"/>
                    <a:ext cx="360000" cy="360000"/>
                  </a:xfrm>
                  <a:prstGeom prst="ellipse">
                    <a:avLst/>
                  </a:prstGeom>
                  <a:solidFill>
                    <a:srgbClr val="D1A73B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" name="进度条">
            <a:extLst>
              <a:ext uri="{FF2B5EF4-FFF2-40B4-BE49-F238E27FC236}">
                <a16:creationId xmlns:a16="http://schemas.microsoft.com/office/drawing/2014/main" id="{7984D532-E3D6-47C3-CE14-5EA78D1453E8}"/>
              </a:ext>
            </a:extLst>
          </p:cNvPr>
          <p:cNvGrpSpPr/>
          <p:nvPr/>
        </p:nvGrpSpPr>
        <p:grpSpPr>
          <a:xfrm>
            <a:off x="4373409" y="4433120"/>
            <a:ext cx="5754857" cy="136074"/>
            <a:chOff x="1680086" y="2672441"/>
            <a:chExt cx="5754857" cy="13607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9418B5B-BA62-BFD3-5199-059016ACE484}"/>
                </a:ext>
              </a:extLst>
            </p:cNvPr>
            <p:cNvSpPr/>
            <p:nvPr/>
          </p:nvSpPr>
          <p:spPr>
            <a:xfrm>
              <a:off x="1680086" y="2672441"/>
              <a:ext cx="5754857" cy="136073"/>
            </a:xfrm>
            <a:prstGeom prst="roundRect">
              <a:avLst>
                <a:gd name="adj" fmla="val 50000"/>
              </a:avLst>
            </a:prstGeom>
            <a:noFill/>
            <a:ln w="1174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14F77AF-2F03-738A-1A13-E5005EE54E15}"/>
                </a:ext>
              </a:extLst>
            </p:cNvPr>
            <p:cNvSpPr/>
            <p:nvPr/>
          </p:nvSpPr>
          <p:spPr>
            <a:xfrm>
              <a:off x="1680086" y="2672442"/>
              <a:ext cx="5754857" cy="136073"/>
            </a:xfrm>
            <a:prstGeom prst="roundRect">
              <a:avLst>
                <a:gd name="adj" fmla="val 50000"/>
              </a:avLst>
            </a:prstGeom>
            <a:noFill/>
            <a:ln w="63500">
              <a:solidFill>
                <a:srgbClr val="F2DE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926C41B-38DF-302A-6DAB-E5435DF6DD13}"/>
                </a:ext>
              </a:extLst>
            </p:cNvPr>
            <p:cNvSpPr/>
            <p:nvPr/>
          </p:nvSpPr>
          <p:spPr>
            <a:xfrm>
              <a:off x="1680086" y="2672442"/>
              <a:ext cx="5754857" cy="136073"/>
            </a:xfrm>
            <a:prstGeom prst="roundRect">
              <a:avLst>
                <a:gd name="adj" fmla="val 50000"/>
              </a:avLst>
            </a:prstGeom>
            <a:gradFill>
              <a:gsLst>
                <a:gs pos="25000">
                  <a:srgbClr val="3F4E87"/>
                </a:gs>
                <a:gs pos="0">
                  <a:srgbClr val="3F3361"/>
                </a:gs>
                <a:gs pos="50000">
                  <a:srgbClr val="5EB8B9"/>
                </a:gs>
                <a:gs pos="75000">
                  <a:srgbClr val="F49D36"/>
                </a:gs>
                <a:gs pos="100000">
                  <a:srgbClr val="DC4123"/>
                </a:gs>
              </a:gsLst>
              <a:lin ang="0" scaled="0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86FFF295-AB8B-D070-C3D6-DEAB69AFE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671" y="4142904"/>
            <a:ext cx="789025" cy="716504"/>
          </a:xfrm>
          <a:prstGeom prst="rect">
            <a:avLst/>
          </a:prstGeom>
        </p:spPr>
      </p:pic>
      <p:grpSp>
        <p:nvGrpSpPr>
          <p:cNvPr id="15" name="判定圈">
            <a:extLst>
              <a:ext uri="{FF2B5EF4-FFF2-40B4-BE49-F238E27FC236}">
                <a16:creationId xmlns:a16="http://schemas.microsoft.com/office/drawing/2014/main" id="{44BE3FAA-91B1-EB97-A7DA-55563F43AEF1}"/>
              </a:ext>
            </a:extLst>
          </p:cNvPr>
          <p:cNvGrpSpPr/>
          <p:nvPr/>
        </p:nvGrpSpPr>
        <p:grpSpPr>
          <a:xfrm>
            <a:off x="3977671" y="5227384"/>
            <a:ext cx="972000" cy="972000"/>
            <a:chOff x="3438072" y="1442356"/>
            <a:chExt cx="972000" cy="972000"/>
          </a:xfrm>
        </p:grpSpPr>
        <p:sp>
          <p:nvSpPr>
            <p:cNvPr id="16" name="判定圈">
              <a:extLst>
                <a:ext uri="{FF2B5EF4-FFF2-40B4-BE49-F238E27FC236}">
                  <a16:creationId xmlns:a16="http://schemas.microsoft.com/office/drawing/2014/main" id="{1F4A0229-5D45-55D7-7C0D-1D9483BDBF83}"/>
                </a:ext>
              </a:extLst>
            </p:cNvPr>
            <p:cNvSpPr/>
            <p:nvPr/>
          </p:nvSpPr>
          <p:spPr>
            <a:xfrm>
              <a:off x="3438072" y="1442356"/>
              <a:ext cx="972000" cy="972000"/>
            </a:xfrm>
            <a:prstGeom prst="ellipse">
              <a:avLst/>
            </a:prstGeom>
            <a:noFill/>
            <a:ln w="25400">
              <a:solidFill>
                <a:srgbClr val="615F6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判定圈">
              <a:extLst>
                <a:ext uri="{FF2B5EF4-FFF2-40B4-BE49-F238E27FC236}">
                  <a16:creationId xmlns:a16="http://schemas.microsoft.com/office/drawing/2014/main" id="{E11D543D-C693-67A5-F5F7-ACE88C07F5F2}"/>
                </a:ext>
              </a:extLst>
            </p:cNvPr>
            <p:cNvSpPr/>
            <p:nvPr/>
          </p:nvSpPr>
          <p:spPr>
            <a:xfrm>
              <a:off x="3600072" y="1604356"/>
              <a:ext cx="648000" cy="648000"/>
            </a:xfrm>
            <a:prstGeom prst="ellipse">
              <a:avLst/>
            </a:prstGeom>
            <a:noFill/>
            <a:ln w="25400">
              <a:solidFill>
                <a:srgbClr val="83818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判定圈">
              <a:extLst>
                <a:ext uri="{FF2B5EF4-FFF2-40B4-BE49-F238E27FC236}">
                  <a16:creationId xmlns:a16="http://schemas.microsoft.com/office/drawing/2014/main" id="{8A31C601-5618-8494-ADCA-26AEA83F43BF}"/>
                </a:ext>
              </a:extLst>
            </p:cNvPr>
            <p:cNvSpPr/>
            <p:nvPr/>
          </p:nvSpPr>
          <p:spPr>
            <a:xfrm>
              <a:off x="3672072" y="1676356"/>
              <a:ext cx="504000" cy="504000"/>
            </a:xfrm>
            <a:prstGeom prst="ellipse">
              <a:avLst/>
            </a:prstGeom>
            <a:solidFill>
              <a:srgbClr val="55535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533A275-B843-581D-4F26-9FE612EBAED8}"/>
              </a:ext>
            </a:extLst>
          </p:cNvPr>
          <p:cNvGrpSpPr/>
          <p:nvPr/>
        </p:nvGrpSpPr>
        <p:grpSpPr>
          <a:xfrm>
            <a:off x="5241206" y="5227384"/>
            <a:ext cx="972000" cy="972000"/>
            <a:chOff x="4684253" y="1470031"/>
            <a:chExt cx="972000" cy="972000"/>
          </a:xfrm>
        </p:grpSpPr>
        <p:sp>
          <p:nvSpPr>
            <p:cNvPr id="20" name="判定圈">
              <a:extLst>
                <a:ext uri="{FF2B5EF4-FFF2-40B4-BE49-F238E27FC236}">
                  <a16:creationId xmlns:a16="http://schemas.microsoft.com/office/drawing/2014/main" id="{96005458-0630-2308-0B6F-D6E0AB4D4013}"/>
                </a:ext>
              </a:extLst>
            </p:cNvPr>
            <p:cNvSpPr/>
            <p:nvPr/>
          </p:nvSpPr>
          <p:spPr>
            <a:xfrm>
              <a:off x="4684253" y="1470031"/>
              <a:ext cx="972000" cy="972000"/>
            </a:xfrm>
            <a:prstGeom prst="ellipse">
              <a:avLst/>
            </a:prstGeom>
            <a:solidFill>
              <a:srgbClr val="FFF6DC"/>
            </a:solidFill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判定圈">
              <a:extLst>
                <a:ext uri="{FF2B5EF4-FFF2-40B4-BE49-F238E27FC236}">
                  <a16:creationId xmlns:a16="http://schemas.microsoft.com/office/drawing/2014/main" id="{485DCC24-6915-4297-2730-F4FC6B1FCC55}"/>
                </a:ext>
              </a:extLst>
            </p:cNvPr>
            <p:cNvSpPr/>
            <p:nvPr/>
          </p:nvSpPr>
          <p:spPr>
            <a:xfrm>
              <a:off x="4846253" y="1632031"/>
              <a:ext cx="648000" cy="648000"/>
            </a:xfrm>
            <a:prstGeom prst="ellipse">
              <a:avLst/>
            </a:prstGeom>
            <a:noFill/>
            <a:ln w="25400">
              <a:solidFill>
                <a:srgbClr val="EDE0C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2859F54-10D1-DDFD-F118-13E30149312C}"/>
                </a:ext>
              </a:extLst>
            </p:cNvPr>
            <p:cNvCxnSpPr>
              <a:stCxn id="21" idx="0"/>
              <a:endCxn id="21" idx="4"/>
            </p:cNvCxnSpPr>
            <p:nvPr/>
          </p:nvCxnSpPr>
          <p:spPr>
            <a:xfrm>
              <a:off x="5170253" y="1632031"/>
              <a:ext cx="0" cy="648000"/>
            </a:xfrm>
            <a:prstGeom prst="line">
              <a:avLst/>
            </a:prstGeom>
            <a:ln w="25400">
              <a:solidFill>
                <a:srgbClr val="E9DF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87FFFE3D-DB95-C8D4-27D9-47D3BB789F49}"/>
              </a:ext>
            </a:extLst>
          </p:cNvPr>
          <p:cNvGrpSpPr/>
          <p:nvPr/>
        </p:nvGrpSpPr>
        <p:grpSpPr>
          <a:xfrm>
            <a:off x="6504741" y="5227384"/>
            <a:ext cx="972000" cy="972000"/>
            <a:chOff x="7833206" y="5227384"/>
            <a:chExt cx="972000" cy="972000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162B86C1-E9E6-9E26-96A2-C300A0865A28}"/>
                </a:ext>
              </a:extLst>
            </p:cNvPr>
            <p:cNvGrpSpPr/>
            <p:nvPr/>
          </p:nvGrpSpPr>
          <p:grpSpPr>
            <a:xfrm>
              <a:off x="7833206" y="5227384"/>
              <a:ext cx="972000" cy="972000"/>
              <a:chOff x="2643018" y="3075327"/>
              <a:chExt cx="972000" cy="972000"/>
            </a:xfrm>
          </p:grpSpPr>
          <p:sp>
            <p:nvSpPr>
              <p:cNvPr id="64" name="判定圈">
                <a:extLst>
                  <a:ext uri="{FF2B5EF4-FFF2-40B4-BE49-F238E27FC236}">
                    <a16:creationId xmlns:a16="http://schemas.microsoft.com/office/drawing/2014/main" id="{E018EED3-F22A-14B2-D2E1-8784C680D119}"/>
                  </a:ext>
                </a:extLst>
              </p:cNvPr>
              <p:cNvSpPr/>
              <p:nvPr/>
            </p:nvSpPr>
            <p:spPr>
              <a:xfrm>
                <a:off x="2643018" y="3075327"/>
                <a:ext cx="972000" cy="972000"/>
              </a:xfrm>
              <a:prstGeom prst="ellipse">
                <a:avLst/>
              </a:prstGeom>
              <a:solidFill>
                <a:srgbClr val="FFF6DC">
                  <a:alpha val="0"/>
                </a:srgbClr>
              </a:solidFill>
              <a:ln w="38100">
                <a:solidFill>
                  <a:schemeClr val="tx1">
                    <a:alpha val="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13317F26-ADD8-AB95-7024-A289447BF4E9}"/>
                  </a:ext>
                </a:extLst>
              </p:cNvPr>
              <p:cNvSpPr/>
              <p:nvPr/>
            </p:nvSpPr>
            <p:spPr>
              <a:xfrm>
                <a:off x="2805018" y="3235741"/>
                <a:ext cx="324000" cy="648000"/>
              </a:xfrm>
              <a:custGeom>
                <a:avLst/>
                <a:gdLst>
                  <a:gd name="connsiteX0" fmla="*/ 324000 w 324000"/>
                  <a:gd name="connsiteY0" fmla="*/ 0 h 648000"/>
                  <a:gd name="connsiteX1" fmla="*/ 324000 w 324000"/>
                  <a:gd name="connsiteY1" fmla="*/ 648000 h 648000"/>
                  <a:gd name="connsiteX2" fmla="*/ 0 w 324000"/>
                  <a:gd name="connsiteY2" fmla="*/ 324000 h 648000"/>
                  <a:gd name="connsiteX3" fmla="*/ 324000 w 324000"/>
                  <a:gd name="connsiteY3" fmla="*/ 0 h 6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4000" h="648000">
                    <a:moveTo>
                      <a:pt x="324000" y="0"/>
                    </a:moveTo>
                    <a:lnTo>
                      <a:pt x="324000" y="648000"/>
                    </a:lnTo>
                    <a:cubicBezTo>
                      <a:pt x="145060" y="648000"/>
                      <a:pt x="0" y="502940"/>
                      <a:pt x="0" y="324000"/>
                    </a:cubicBezTo>
                    <a:cubicBezTo>
                      <a:pt x="0" y="145060"/>
                      <a:pt x="145060" y="0"/>
                      <a:pt x="324000" y="0"/>
                    </a:cubicBezTo>
                    <a:close/>
                  </a:path>
                </a:pathLst>
              </a:custGeom>
              <a:solidFill>
                <a:srgbClr val="F84828"/>
              </a:solidFill>
              <a:ln w="25400">
                <a:noFill/>
              </a:ln>
              <a:effectLst>
                <a:softEdge rad="254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6EECB269-1D6A-B02D-2C4B-9BF9830AF873}"/>
                </a:ext>
              </a:extLst>
            </p:cNvPr>
            <p:cNvGrpSpPr/>
            <p:nvPr/>
          </p:nvGrpSpPr>
          <p:grpSpPr>
            <a:xfrm>
              <a:off x="7833206" y="5227384"/>
              <a:ext cx="972000" cy="972000"/>
              <a:chOff x="2643018" y="3075327"/>
              <a:chExt cx="972000" cy="972000"/>
            </a:xfrm>
          </p:grpSpPr>
          <p:sp>
            <p:nvSpPr>
              <p:cNvPr id="67" name="判定圈">
                <a:extLst>
                  <a:ext uri="{FF2B5EF4-FFF2-40B4-BE49-F238E27FC236}">
                    <a16:creationId xmlns:a16="http://schemas.microsoft.com/office/drawing/2014/main" id="{98217CC6-66E9-7248-DA57-EDA6707B4F2C}"/>
                  </a:ext>
                </a:extLst>
              </p:cNvPr>
              <p:cNvSpPr/>
              <p:nvPr/>
            </p:nvSpPr>
            <p:spPr>
              <a:xfrm>
                <a:off x="2643018" y="3075327"/>
                <a:ext cx="972000" cy="972000"/>
              </a:xfrm>
              <a:prstGeom prst="ellipse">
                <a:avLst/>
              </a:prstGeom>
              <a:solidFill>
                <a:srgbClr val="FFF6DC">
                  <a:alpha val="0"/>
                </a:srgbClr>
              </a:solidFill>
              <a:ln w="38100">
                <a:solidFill>
                  <a:schemeClr val="tx1">
                    <a:alpha val="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F9377800-3B0E-22AF-5AA4-B70182FA6FD7}"/>
                  </a:ext>
                </a:extLst>
              </p:cNvPr>
              <p:cNvSpPr/>
              <p:nvPr/>
            </p:nvSpPr>
            <p:spPr>
              <a:xfrm>
                <a:off x="2643018" y="3075327"/>
                <a:ext cx="486000" cy="972000"/>
              </a:xfrm>
              <a:custGeom>
                <a:avLst/>
                <a:gdLst>
                  <a:gd name="connsiteX0" fmla="*/ 486000 w 486000"/>
                  <a:gd name="connsiteY0" fmla="*/ 0 h 972000"/>
                  <a:gd name="connsiteX1" fmla="*/ 486000 w 486000"/>
                  <a:gd name="connsiteY1" fmla="*/ 162000 h 972000"/>
                  <a:gd name="connsiteX2" fmla="*/ 485999 w 486000"/>
                  <a:gd name="connsiteY2" fmla="*/ 162000 h 972000"/>
                  <a:gd name="connsiteX3" fmla="*/ 161999 w 486000"/>
                  <a:gd name="connsiteY3" fmla="*/ 486000 h 972000"/>
                  <a:gd name="connsiteX4" fmla="*/ 485999 w 486000"/>
                  <a:gd name="connsiteY4" fmla="*/ 810000 h 972000"/>
                  <a:gd name="connsiteX5" fmla="*/ 486000 w 486000"/>
                  <a:gd name="connsiteY5" fmla="*/ 810000 h 972000"/>
                  <a:gd name="connsiteX6" fmla="*/ 486000 w 486000"/>
                  <a:gd name="connsiteY6" fmla="*/ 972000 h 972000"/>
                  <a:gd name="connsiteX7" fmla="*/ 0 w 486000"/>
                  <a:gd name="connsiteY7" fmla="*/ 486000 h 972000"/>
                  <a:gd name="connsiteX8" fmla="*/ 486000 w 486000"/>
                  <a:gd name="connsiteY8" fmla="*/ 0 h 9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6000" h="972000">
                    <a:moveTo>
                      <a:pt x="486000" y="0"/>
                    </a:moveTo>
                    <a:lnTo>
                      <a:pt x="486000" y="162000"/>
                    </a:lnTo>
                    <a:lnTo>
                      <a:pt x="485999" y="162000"/>
                    </a:lnTo>
                    <a:cubicBezTo>
                      <a:pt x="307059" y="162000"/>
                      <a:pt x="161999" y="307060"/>
                      <a:pt x="161999" y="486000"/>
                    </a:cubicBezTo>
                    <a:cubicBezTo>
                      <a:pt x="161999" y="664940"/>
                      <a:pt x="307059" y="810000"/>
                      <a:pt x="485999" y="810000"/>
                    </a:cubicBezTo>
                    <a:lnTo>
                      <a:pt x="486000" y="810000"/>
                    </a:lnTo>
                    <a:lnTo>
                      <a:pt x="486000" y="972000"/>
                    </a:lnTo>
                    <a:cubicBezTo>
                      <a:pt x="217590" y="972000"/>
                      <a:pt x="0" y="754410"/>
                      <a:pt x="0" y="486000"/>
                    </a:cubicBezTo>
                    <a:cubicBezTo>
                      <a:pt x="0" y="217590"/>
                      <a:pt x="217590" y="0"/>
                      <a:pt x="486000" y="0"/>
                    </a:cubicBezTo>
                    <a:close/>
                  </a:path>
                </a:pathLst>
              </a:custGeom>
              <a:solidFill>
                <a:srgbClr val="17E2E2"/>
              </a:solidFill>
              <a:ln w="38100">
                <a:noFill/>
              </a:ln>
              <a:effectLst>
                <a:softEdge rad="254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DB30362E-1DDD-DDA0-6B34-6F5450F95CD8}"/>
                </a:ext>
              </a:extLst>
            </p:cNvPr>
            <p:cNvGrpSpPr/>
            <p:nvPr/>
          </p:nvGrpSpPr>
          <p:grpSpPr>
            <a:xfrm>
              <a:off x="7833206" y="5227384"/>
              <a:ext cx="972000" cy="972000"/>
              <a:chOff x="2643018" y="3075327"/>
              <a:chExt cx="972000" cy="972000"/>
            </a:xfrm>
          </p:grpSpPr>
          <p:sp>
            <p:nvSpPr>
              <p:cNvPr id="70" name="判定圈">
                <a:extLst>
                  <a:ext uri="{FF2B5EF4-FFF2-40B4-BE49-F238E27FC236}">
                    <a16:creationId xmlns:a16="http://schemas.microsoft.com/office/drawing/2014/main" id="{70DA5C4A-351A-860C-F3F7-C595055D1D2F}"/>
                  </a:ext>
                </a:extLst>
              </p:cNvPr>
              <p:cNvSpPr/>
              <p:nvPr/>
            </p:nvSpPr>
            <p:spPr>
              <a:xfrm>
                <a:off x="2643018" y="3075327"/>
                <a:ext cx="972000" cy="972000"/>
              </a:xfrm>
              <a:prstGeom prst="ellipse">
                <a:avLst/>
              </a:prstGeom>
              <a:solidFill>
                <a:srgbClr val="FFF6DC">
                  <a:alpha val="0"/>
                </a:srgbClr>
              </a:solidFill>
              <a:ln w="38100">
                <a:solidFill>
                  <a:schemeClr val="tx1">
                    <a:alpha val="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650B6ED4-EE6F-66D1-3436-F300E5C4BA29}"/>
                  </a:ext>
                </a:extLst>
              </p:cNvPr>
              <p:cNvSpPr/>
              <p:nvPr/>
            </p:nvSpPr>
            <p:spPr>
              <a:xfrm>
                <a:off x="3129018" y="3235741"/>
                <a:ext cx="324000" cy="648000"/>
              </a:xfrm>
              <a:custGeom>
                <a:avLst/>
                <a:gdLst>
                  <a:gd name="connsiteX0" fmla="*/ 0 w 324000"/>
                  <a:gd name="connsiteY0" fmla="*/ 0 h 648000"/>
                  <a:gd name="connsiteX1" fmla="*/ 324000 w 324000"/>
                  <a:gd name="connsiteY1" fmla="*/ 324000 h 648000"/>
                  <a:gd name="connsiteX2" fmla="*/ 0 w 324000"/>
                  <a:gd name="connsiteY2" fmla="*/ 648000 h 6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4000" h="648000">
                    <a:moveTo>
                      <a:pt x="0" y="0"/>
                    </a:moveTo>
                    <a:cubicBezTo>
                      <a:pt x="178940" y="0"/>
                      <a:pt x="324000" y="145060"/>
                      <a:pt x="324000" y="324000"/>
                    </a:cubicBezTo>
                    <a:cubicBezTo>
                      <a:pt x="324000" y="502940"/>
                      <a:pt x="178940" y="648000"/>
                      <a:pt x="0" y="648000"/>
                    </a:cubicBezTo>
                    <a:close/>
                  </a:path>
                </a:pathLst>
              </a:custGeom>
              <a:solidFill>
                <a:srgbClr val="F84828"/>
              </a:solidFill>
              <a:ln w="25400">
                <a:noFill/>
              </a:ln>
              <a:effectLst>
                <a:softEdge rad="254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9DEB2130-2D8C-AC4D-E786-7F4CA0B771A1}"/>
                </a:ext>
              </a:extLst>
            </p:cNvPr>
            <p:cNvGrpSpPr/>
            <p:nvPr/>
          </p:nvGrpSpPr>
          <p:grpSpPr>
            <a:xfrm>
              <a:off x="7833206" y="5227384"/>
              <a:ext cx="972000" cy="972000"/>
              <a:chOff x="2643018" y="3075327"/>
              <a:chExt cx="972000" cy="972000"/>
            </a:xfrm>
          </p:grpSpPr>
          <p:sp>
            <p:nvSpPr>
              <p:cNvPr id="144" name="判定圈">
                <a:extLst>
                  <a:ext uri="{FF2B5EF4-FFF2-40B4-BE49-F238E27FC236}">
                    <a16:creationId xmlns:a16="http://schemas.microsoft.com/office/drawing/2014/main" id="{5358FEEE-6051-21F7-944C-CFEB82ED9212}"/>
                  </a:ext>
                </a:extLst>
              </p:cNvPr>
              <p:cNvSpPr/>
              <p:nvPr/>
            </p:nvSpPr>
            <p:spPr>
              <a:xfrm>
                <a:off x="2643018" y="3075327"/>
                <a:ext cx="972000" cy="972000"/>
              </a:xfrm>
              <a:prstGeom prst="ellipse">
                <a:avLst/>
              </a:prstGeom>
              <a:solidFill>
                <a:srgbClr val="FFF6DC">
                  <a:alpha val="0"/>
                </a:srgbClr>
              </a:solidFill>
              <a:ln w="38100">
                <a:solidFill>
                  <a:schemeClr val="tx1">
                    <a:alpha val="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2258810E-84FB-7E35-3C81-CC96135F1680}"/>
                  </a:ext>
                </a:extLst>
              </p:cNvPr>
              <p:cNvSpPr/>
              <p:nvPr/>
            </p:nvSpPr>
            <p:spPr>
              <a:xfrm>
                <a:off x="3129018" y="3075327"/>
                <a:ext cx="486000" cy="972000"/>
              </a:xfrm>
              <a:custGeom>
                <a:avLst/>
                <a:gdLst>
                  <a:gd name="connsiteX0" fmla="*/ 0 w 486000"/>
                  <a:gd name="connsiteY0" fmla="*/ 0 h 972000"/>
                  <a:gd name="connsiteX1" fmla="*/ 486000 w 486000"/>
                  <a:gd name="connsiteY1" fmla="*/ 486000 h 972000"/>
                  <a:gd name="connsiteX2" fmla="*/ 0 w 486000"/>
                  <a:gd name="connsiteY2" fmla="*/ 972000 h 972000"/>
                  <a:gd name="connsiteX3" fmla="*/ 0 w 486000"/>
                  <a:gd name="connsiteY3" fmla="*/ 810000 h 972000"/>
                  <a:gd name="connsiteX4" fmla="*/ 65297 w 486000"/>
                  <a:gd name="connsiteY4" fmla="*/ 803418 h 972000"/>
                  <a:gd name="connsiteX5" fmla="*/ 323999 w 486000"/>
                  <a:gd name="connsiteY5" fmla="*/ 486000 h 972000"/>
                  <a:gd name="connsiteX6" fmla="*/ 65297 w 486000"/>
                  <a:gd name="connsiteY6" fmla="*/ 168583 h 972000"/>
                  <a:gd name="connsiteX7" fmla="*/ 0 w 486000"/>
                  <a:gd name="connsiteY7" fmla="*/ 162000 h 9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6000" h="972000">
                    <a:moveTo>
                      <a:pt x="0" y="0"/>
                    </a:moveTo>
                    <a:cubicBezTo>
                      <a:pt x="268410" y="0"/>
                      <a:pt x="486000" y="217590"/>
                      <a:pt x="486000" y="486000"/>
                    </a:cubicBezTo>
                    <a:cubicBezTo>
                      <a:pt x="486000" y="754410"/>
                      <a:pt x="268410" y="972000"/>
                      <a:pt x="0" y="972000"/>
                    </a:cubicBezTo>
                    <a:lnTo>
                      <a:pt x="0" y="810000"/>
                    </a:lnTo>
                    <a:lnTo>
                      <a:pt x="65297" y="803418"/>
                    </a:lnTo>
                    <a:cubicBezTo>
                      <a:pt x="212938" y="773206"/>
                      <a:pt x="323999" y="642573"/>
                      <a:pt x="323999" y="486000"/>
                    </a:cubicBezTo>
                    <a:cubicBezTo>
                      <a:pt x="323999" y="329428"/>
                      <a:pt x="212938" y="198795"/>
                      <a:pt x="65297" y="168583"/>
                    </a:cubicBezTo>
                    <a:lnTo>
                      <a:pt x="0" y="162000"/>
                    </a:lnTo>
                    <a:close/>
                  </a:path>
                </a:pathLst>
              </a:custGeom>
              <a:solidFill>
                <a:srgbClr val="17E2E2"/>
              </a:solidFill>
              <a:ln w="38100">
                <a:noFill/>
              </a:ln>
              <a:effectLst>
                <a:softEdge rad="254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787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B73F12A-CA30-CCC1-9DE6-E5C2FE7C0110}"/>
              </a:ext>
            </a:extLst>
          </p:cNvPr>
          <p:cNvGrpSpPr/>
          <p:nvPr/>
        </p:nvGrpSpPr>
        <p:grpSpPr>
          <a:xfrm>
            <a:off x="598857" y="411029"/>
            <a:ext cx="1440000" cy="1440000"/>
            <a:chOff x="1353600" y="1245600"/>
            <a:chExt cx="1440000" cy="14400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CB4D5FB7-2DBD-D319-FE17-B713F6405325}"/>
                </a:ext>
              </a:extLst>
            </p:cNvPr>
            <p:cNvSpPr/>
            <p:nvPr/>
          </p:nvSpPr>
          <p:spPr>
            <a:xfrm>
              <a:off x="1353600" y="1245600"/>
              <a:ext cx="1440000" cy="144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EEEE23C-59B5-CFBB-96C3-44D7CE8ACAD9}"/>
                </a:ext>
              </a:extLst>
            </p:cNvPr>
            <p:cNvSpPr/>
            <p:nvPr/>
          </p:nvSpPr>
          <p:spPr>
            <a:xfrm>
              <a:off x="1407600" y="1299600"/>
              <a:ext cx="1332000" cy="1332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0ED6912-801B-E73C-14AA-E7F953C6F612}"/>
                </a:ext>
              </a:extLst>
            </p:cNvPr>
            <p:cNvSpPr/>
            <p:nvPr/>
          </p:nvSpPr>
          <p:spPr>
            <a:xfrm>
              <a:off x="1479600" y="1371600"/>
              <a:ext cx="1188000" cy="1188000"/>
            </a:xfrm>
            <a:prstGeom prst="ellipse">
              <a:avLst/>
            </a:prstGeom>
            <a:solidFill>
              <a:srgbClr val="F248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B56ACFD-1C79-7C68-64AB-8BE213D3C9E1}"/>
              </a:ext>
            </a:extLst>
          </p:cNvPr>
          <p:cNvGrpSpPr/>
          <p:nvPr/>
        </p:nvGrpSpPr>
        <p:grpSpPr>
          <a:xfrm>
            <a:off x="2515025" y="411029"/>
            <a:ext cx="1440000" cy="1440000"/>
            <a:chOff x="1353600" y="1245600"/>
            <a:chExt cx="1440000" cy="1440000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2208739-6662-A094-1EF0-16F86265A952}"/>
                </a:ext>
              </a:extLst>
            </p:cNvPr>
            <p:cNvSpPr/>
            <p:nvPr/>
          </p:nvSpPr>
          <p:spPr>
            <a:xfrm>
              <a:off x="1353600" y="1245600"/>
              <a:ext cx="1440000" cy="144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16B9B79-E735-11E2-96A8-3FC2AE113BC9}"/>
                </a:ext>
              </a:extLst>
            </p:cNvPr>
            <p:cNvSpPr/>
            <p:nvPr/>
          </p:nvSpPr>
          <p:spPr>
            <a:xfrm>
              <a:off x="1407600" y="1299600"/>
              <a:ext cx="1332000" cy="1332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CB79AC0-B131-C734-C7F1-39D1246F5F67}"/>
                </a:ext>
              </a:extLst>
            </p:cNvPr>
            <p:cNvSpPr/>
            <p:nvPr/>
          </p:nvSpPr>
          <p:spPr>
            <a:xfrm>
              <a:off x="1479600" y="1371600"/>
              <a:ext cx="1188000" cy="1188000"/>
            </a:xfrm>
            <a:prstGeom prst="ellipse">
              <a:avLst/>
            </a:prstGeom>
            <a:solidFill>
              <a:srgbClr val="45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431BBF9-7592-12D2-DCD4-45C9FA4CB99F}"/>
              </a:ext>
            </a:extLst>
          </p:cNvPr>
          <p:cNvGrpSpPr/>
          <p:nvPr/>
        </p:nvGrpSpPr>
        <p:grpSpPr>
          <a:xfrm>
            <a:off x="4431193" y="445075"/>
            <a:ext cx="1440000" cy="1440000"/>
            <a:chOff x="1353600" y="1245600"/>
            <a:chExt cx="1440000" cy="1440000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31A64D7-21C4-9E27-CA0D-ECEC452DE68D}"/>
                </a:ext>
              </a:extLst>
            </p:cNvPr>
            <p:cNvSpPr/>
            <p:nvPr/>
          </p:nvSpPr>
          <p:spPr>
            <a:xfrm>
              <a:off x="1353600" y="1245600"/>
              <a:ext cx="1440000" cy="144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95B598A-CB15-37E0-CC11-AAD61B4538B9}"/>
                </a:ext>
              </a:extLst>
            </p:cNvPr>
            <p:cNvSpPr/>
            <p:nvPr/>
          </p:nvSpPr>
          <p:spPr>
            <a:xfrm>
              <a:off x="1407600" y="1299600"/>
              <a:ext cx="1332000" cy="1332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2ECAF23-E4CB-C35A-BBCD-FC5675C207D9}"/>
                </a:ext>
              </a:extLst>
            </p:cNvPr>
            <p:cNvSpPr/>
            <p:nvPr/>
          </p:nvSpPr>
          <p:spPr>
            <a:xfrm>
              <a:off x="1479600" y="1371600"/>
              <a:ext cx="1188000" cy="1188000"/>
            </a:xfrm>
            <a:prstGeom prst="ellipse">
              <a:avLst/>
            </a:prstGeom>
            <a:solidFill>
              <a:srgbClr val="F4B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C996E64-D177-765B-AAF9-B3C2FB2CFBFF}"/>
              </a:ext>
            </a:extLst>
          </p:cNvPr>
          <p:cNvGrpSpPr/>
          <p:nvPr/>
        </p:nvGrpSpPr>
        <p:grpSpPr>
          <a:xfrm>
            <a:off x="623638" y="2444480"/>
            <a:ext cx="720000" cy="720000"/>
            <a:chOff x="1353600" y="1245600"/>
            <a:chExt cx="720000" cy="720000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FA34877-A8BD-4A19-756A-7F40714624BD}"/>
                </a:ext>
              </a:extLst>
            </p:cNvPr>
            <p:cNvSpPr/>
            <p:nvPr/>
          </p:nvSpPr>
          <p:spPr>
            <a:xfrm>
              <a:off x="1353600" y="1245600"/>
              <a:ext cx="720000" cy="72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DFB2AA1-F95A-FC7A-94D5-C407379D3C4A}"/>
                </a:ext>
              </a:extLst>
            </p:cNvPr>
            <p:cNvSpPr/>
            <p:nvPr/>
          </p:nvSpPr>
          <p:spPr>
            <a:xfrm>
              <a:off x="1389600" y="1281600"/>
              <a:ext cx="648000" cy="648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E3753C40-4576-3A60-FD98-89525498ED32}"/>
                </a:ext>
              </a:extLst>
            </p:cNvPr>
            <p:cNvSpPr/>
            <p:nvPr/>
          </p:nvSpPr>
          <p:spPr>
            <a:xfrm>
              <a:off x="1443600" y="1335600"/>
              <a:ext cx="540000" cy="540000"/>
            </a:xfrm>
            <a:prstGeom prst="ellipse">
              <a:avLst/>
            </a:prstGeom>
            <a:solidFill>
              <a:srgbClr val="F248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2D79B46-AC52-558B-74E1-E275111BFCA4}"/>
              </a:ext>
            </a:extLst>
          </p:cNvPr>
          <p:cNvGrpSpPr/>
          <p:nvPr/>
        </p:nvGrpSpPr>
        <p:grpSpPr>
          <a:xfrm>
            <a:off x="2515025" y="2444480"/>
            <a:ext cx="720000" cy="720000"/>
            <a:chOff x="1353600" y="1245600"/>
            <a:chExt cx="720000" cy="720000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E58D6BB-BF2F-C1FA-67A2-717E1083EEBA}"/>
                </a:ext>
              </a:extLst>
            </p:cNvPr>
            <p:cNvSpPr/>
            <p:nvPr/>
          </p:nvSpPr>
          <p:spPr>
            <a:xfrm>
              <a:off x="1353600" y="1245600"/>
              <a:ext cx="720000" cy="72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16919F13-9DC7-8100-3B55-271738552ABC}"/>
                </a:ext>
              </a:extLst>
            </p:cNvPr>
            <p:cNvSpPr/>
            <p:nvPr/>
          </p:nvSpPr>
          <p:spPr>
            <a:xfrm>
              <a:off x="1389600" y="1281600"/>
              <a:ext cx="648000" cy="648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7552DD5-F74B-56C2-ED73-6E9467397E60}"/>
                </a:ext>
              </a:extLst>
            </p:cNvPr>
            <p:cNvSpPr/>
            <p:nvPr/>
          </p:nvSpPr>
          <p:spPr>
            <a:xfrm>
              <a:off x="1443600" y="1335600"/>
              <a:ext cx="540000" cy="540000"/>
            </a:xfrm>
            <a:prstGeom prst="ellipse">
              <a:avLst/>
            </a:prstGeom>
            <a:solidFill>
              <a:srgbClr val="45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D19D9C3-D642-DD9D-250A-693003D086DD}"/>
              </a:ext>
            </a:extLst>
          </p:cNvPr>
          <p:cNvGrpSpPr/>
          <p:nvPr/>
        </p:nvGrpSpPr>
        <p:grpSpPr>
          <a:xfrm>
            <a:off x="4431193" y="2444480"/>
            <a:ext cx="720000" cy="720000"/>
            <a:chOff x="1353600" y="1245600"/>
            <a:chExt cx="720000" cy="720000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6DC09E8B-1213-C572-B566-5CE24B7CEBDC}"/>
                </a:ext>
              </a:extLst>
            </p:cNvPr>
            <p:cNvSpPr/>
            <p:nvPr/>
          </p:nvSpPr>
          <p:spPr>
            <a:xfrm>
              <a:off x="1353600" y="1245600"/>
              <a:ext cx="720000" cy="72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9AA2726-0EDE-3609-D731-C232CE5ACC2F}"/>
                </a:ext>
              </a:extLst>
            </p:cNvPr>
            <p:cNvSpPr/>
            <p:nvPr/>
          </p:nvSpPr>
          <p:spPr>
            <a:xfrm>
              <a:off x="1389600" y="1281600"/>
              <a:ext cx="648000" cy="648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47009A6-7484-7895-1EB4-009400DC2F24}"/>
                </a:ext>
              </a:extLst>
            </p:cNvPr>
            <p:cNvSpPr/>
            <p:nvPr/>
          </p:nvSpPr>
          <p:spPr>
            <a:xfrm>
              <a:off x="1443600" y="1335600"/>
              <a:ext cx="540000" cy="540000"/>
            </a:xfrm>
            <a:prstGeom prst="ellipse">
              <a:avLst/>
            </a:prstGeom>
            <a:solidFill>
              <a:srgbClr val="F4B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F88655F-72F8-E77D-D8FE-CBA44B24B739}"/>
              </a:ext>
            </a:extLst>
          </p:cNvPr>
          <p:cNvGrpSpPr/>
          <p:nvPr/>
        </p:nvGrpSpPr>
        <p:grpSpPr>
          <a:xfrm>
            <a:off x="6320809" y="2444480"/>
            <a:ext cx="720000" cy="720000"/>
            <a:chOff x="1353600" y="1245600"/>
            <a:chExt cx="720000" cy="720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DD726FA-E49E-8288-CE8F-F4E0E0E50F00}"/>
                </a:ext>
              </a:extLst>
            </p:cNvPr>
            <p:cNvSpPr/>
            <p:nvPr/>
          </p:nvSpPr>
          <p:spPr>
            <a:xfrm>
              <a:off x="1353600" y="1245600"/>
              <a:ext cx="720000" cy="720000"/>
            </a:xfrm>
            <a:prstGeom prst="ellipse">
              <a:avLst/>
            </a:prstGeom>
            <a:solidFill>
              <a:srgbClr val="1413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183D905-9510-48C5-1105-73B49647941F}"/>
                </a:ext>
              </a:extLst>
            </p:cNvPr>
            <p:cNvSpPr/>
            <p:nvPr/>
          </p:nvSpPr>
          <p:spPr>
            <a:xfrm>
              <a:off x="1389600" y="1281600"/>
              <a:ext cx="648000" cy="648000"/>
            </a:xfrm>
            <a:prstGeom prst="ellipse">
              <a:avLst/>
            </a:prstGeom>
            <a:solidFill>
              <a:srgbClr val="F4EF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E37944C-7515-08B9-13C5-09EE26EDE998}"/>
                </a:ext>
              </a:extLst>
            </p:cNvPr>
            <p:cNvSpPr/>
            <p:nvPr/>
          </p:nvSpPr>
          <p:spPr>
            <a:xfrm>
              <a:off x="1443600" y="1335600"/>
              <a:ext cx="540000" cy="540000"/>
            </a:xfrm>
            <a:prstGeom prst="ellipse">
              <a:avLst/>
            </a:prstGeom>
            <a:solidFill>
              <a:srgbClr val="FA79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653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 L</dc:creator>
  <cp:lastModifiedBy>X L</cp:lastModifiedBy>
  <cp:revision>26</cp:revision>
  <dcterms:created xsi:type="dcterms:W3CDTF">2026-06-03T02:41:09Z</dcterms:created>
  <dcterms:modified xsi:type="dcterms:W3CDTF">2026-06-15T17:46:27Z</dcterms:modified>
</cp:coreProperties>
</file>